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ad67b7f3c34882" /><Relationship Type="http://schemas.openxmlformats.org/officeDocument/2006/relationships/extended-properties" Target="/docProps/app.xml" Id="R97f17d854f824e50" /><Relationship Type="http://schemas.openxmlformats.org/officeDocument/2006/relationships/officeDocument" Target="/ppt/presentation.xml" Id="Rbf96f50294c84df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39ab1f075014316"/>
    <p:sldMasterId xmlns:r="http://schemas.openxmlformats.org/officeDocument/2006/relationships" id="2147483674" r:id="R8ce5843383084a56"/>
  </p:sldMasterIdLst>
  <p:notesMasterIdLst>
    <p:notesMasterId xmlns:r="http://schemas.openxmlformats.org/officeDocument/2006/relationships" r:id="Rda0a1365d54b415c"/>
  </p:notesMasterIdLst>
  <p:sldIdLst>
    <p:sldId xmlns:r="http://schemas.openxmlformats.org/officeDocument/2006/relationships" id="256" r:id="R1ea9a2e0353a4d30"/>
    <p:sldId xmlns:r="http://schemas.openxmlformats.org/officeDocument/2006/relationships" id="257" r:id="Rdba6fd88fc86426d"/>
    <p:sldId xmlns:r="http://schemas.openxmlformats.org/officeDocument/2006/relationships" id="258" r:id="R8ef565deab4741b6"/>
    <p:sldId xmlns:r="http://schemas.openxmlformats.org/officeDocument/2006/relationships" id="259" r:id="R439a4d3054794496"/>
    <p:sldId xmlns:r="http://schemas.openxmlformats.org/officeDocument/2006/relationships" id="260" r:id="Rbb9b0bcff0424890"/>
    <p:sldId xmlns:r="http://schemas.openxmlformats.org/officeDocument/2006/relationships" id="261" r:id="R69df96e97fc74c9a"/>
    <p:sldId xmlns:r="http://schemas.openxmlformats.org/officeDocument/2006/relationships" id="262" r:id="Re1b84a9d8bd5460a"/>
    <p:sldId xmlns:r="http://schemas.openxmlformats.org/officeDocument/2006/relationships" id="263" r:id="Rd836169e961b4261"/>
    <p:sldId xmlns:r="http://schemas.openxmlformats.org/officeDocument/2006/relationships" id="264" r:id="R737188f4e98f4972"/>
    <p:sldId xmlns:r="http://schemas.openxmlformats.org/officeDocument/2006/relationships" id="265" r:id="Rdbb6e36b56ad4cf2"/>
    <p:sldId xmlns:r="http://schemas.openxmlformats.org/officeDocument/2006/relationships" id="266" r:id="R24461774ce464b3a"/>
    <p:sldId xmlns:r="http://schemas.openxmlformats.org/officeDocument/2006/relationships" id="267" r:id="R3ff7ebdfe48d4fc6"/>
    <p:sldId xmlns:r="http://schemas.openxmlformats.org/officeDocument/2006/relationships" id="268" r:id="R9d82330516694930"/>
    <p:sldId xmlns:r="http://schemas.openxmlformats.org/officeDocument/2006/relationships" id="269" r:id="R090faf3192014124"/>
    <p:sldId xmlns:r="http://schemas.openxmlformats.org/officeDocument/2006/relationships" id="270" r:id="R65d887b1491b47d0"/>
    <p:sldId xmlns:r="http://schemas.openxmlformats.org/officeDocument/2006/relationships" id="271" r:id="Rf502b52a457844a4"/>
    <p:sldId xmlns:r="http://schemas.openxmlformats.org/officeDocument/2006/relationships" id="272" r:id="R9f0eef9903a54a1e"/>
    <p:sldId xmlns:r="http://schemas.openxmlformats.org/officeDocument/2006/relationships" id="273" r:id="R92911e5b0e1448c2"/>
    <p:sldId xmlns:r="http://schemas.openxmlformats.org/officeDocument/2006/relationships" id="274" r:id="R664b6309175a4b0f"/>
    <p:sldId xmlns:r="http://schemas.openxmlformats.org/officeDocument/2006/relationships" id="275" r:id="R515782fd7a6d4737"/>
    <p:sldId xmlns:r="http://schemas.openxmlformats.org/officeDocument/2006/relationships" id="276" r:id="R14b37cecb9c044a7"/>
    <p:sldId xmlns:r="http://schemas.openxmlformats.org/officeDocument/2006/relationships" id="277" r:id="R5d16c9451cad4ccd"/>
    <p:sldId xmlns:r="http://schemas.openxmlformats.org/officeDocument/2006/relationships" id="278" r:id="Raa83661da2bf48df"/>
    <p:sldId xmlns:r="http://schemas.openxmlformats.org/officeDocument/2006/relationships" id="279" r:id="Rc571a4c8ccb7408b"/>
    <p:sldId xmlns:r="http://schemas.openxmlformats.org/officeDocument/2006/relationships" id="280" r:id="Rf310ac552c1b47a4"/>
    <p:sldId xmlns:r="http://schemas.openxmlformats.org/officeDocument/2006/relationships" id="281" r:id="R918a5d36bde248a4"/>
    <p:sldId xmlns:r="http://schemas.openxmlformats.org/officeDocument/2006/relationships" id="282" r:id="R2f5ef9d77e2640b4"/>
    <p:sldId xmlns:r="http://schemas.openxmlformats.org/officeDocument/2006/relationships" id="283" r:id="R2983b699100e4cd4"/>
    <p:sldId xmlns:r="http://schemas.openxmlformats.org/officeDocument/2006/relationships" id="284" r:id="R47e04e09ede148eb"/>
    <p:sldId xmlns:r="http://schemas.openxmlformats.org/officeDocument/2006/relationships" id="285" r:id="R6586caacd111441a"/>
    <p:sldId xmlns:r="http://schemas.openxmlformats.org/officeDocument/2006/relationships" id="286" r:id="R7d80e24e4b9c49fc"/>
    <p:sldId xmlns:r="http://schemas.openxmlformats.org/officeDocument/2006/relationships" id="287" r:id="Re19f3dc2b7f14c92"/>
    <p:sldId xmlns:r="http://schemas.openxmlformats.org/officeDocument/2006/relationships" id="288" r:id="Re19e003a8b9c42fa"/>
    <p:sldId xmlns:r="http://schemas.openxmlformats.org/officeDocument/2006/relationships" id="289" r:id="R8b781614494049ac"/>
    <p:sldId xmlns:r="http://schemas.openxmlformats.org/officeDocument/2006/relationships" id="290" r:id="R23f7f38167c2445d"/>
    <p:sldId xmlns:r="http://schemas.openxmlformats.org/officeDocument/2006/relationships" id="291" r:id="Rc8e0822bb0f44389"/>
    <p:sldId xmlns:r="http://schemas.openxmlformats.org/officeDocument/2006/relationships" id="292" r:id="R2fc66560015a4942"/>
    <p:sldId xmlns:r="http://schemas.openxmlformats.org/officeDocument/2006/relationships" id="293" r:id="R5f6c54949f6842d9"/>
    <p:sldId xmlns:r="http://schemas.openxmlformats.org/officeDocument/2006/relationships" id="294" r:id="R5e14c9a605c0407d"/>
    <p:sldId xmlns:r="http://schemas.openxmlformats.org/officeDocument/2006/relationships" id="295" r:id="R54c64f1f507f4351"/>
    <p:sldId xmlns:r="http://schemas.openxmlformats.org/officeDocument/2006/relationships" id="296" r:id="Rd224f530ed6f443a"/>
    <p:sldId xmlns:r="http://schemas.openxmlformats.org/officeDocument/2006/relationships" id="297" r:id="Raaa71048ec9e4668"/>
    <p:sldId xmlns:r="http://schemas.openxmlformats.org/officeDocument/2006/relationships" id="298" r:id="R14c832c00c51492a"/>
    <p:sldId xmlns:r="http://schemas.openxmlformats.org/officeDocument/2006/relationships" id="299" r:id="R566afe022ea34afd"/>
    <p:sldId xmlns:r="http://schemas.openxmlformats.org/officeDocument/2006/relationships" id="300" r:id="R53747ba3c7914679"/>
    <p:sldId xmlns:r="http://schemas.openxmlformats.org/officeDocument/2006/relationships" id="301" r:id="R0104869e6e014d32"/>
    <p:sldId xmlns:r="http://schemas.openxmlformats.org/officeDocument/2006/relationships" id="302" r:id="Ra614ee60da9143f7"/>
    <p:sldId xmlns:r="http://schemas.openxmlformats.org/officeDocument/2006/relationships" id="303" r:id="R9dbd01a91f604947"/>
    <p:sldId xmlns:r="http://schemas.openxmlformats.org/officeDocument/2006/relationships" id="304" r:id="R76b2025fb7d04745"/>
    <p:sldId xmlns:r="http://schemas.openxmlformats.org/officeDocument/2006/relationships" id="305" r:id="R8d323c274ad44eb5"/>
    <p:sldId xmlns:r="http://schemas.openxmlformats.org/officeDocument/2006/relationships" id="306" r:id="Ra9bf2c7740584d6f"/>
    <p:sldId xmlns:r="http://schemas.openxmlformats.org/officeDocument/2006/relationships" id="307" r:id="Re1cedea5022e44d7"/>
    <p:sldId xmlns:r="http://schemas.openxmlformats.org/officeDocument/2006/relationships" id="308" r:id="R65ef744c25b14557"/>
    <p:sldId xmlns:r="http://schemas.openxmlformats.org/officeDocument/2006/relationships" id="309" r:id="R9db0ac16ebd54a62"/>
    <p:sldId xmlns:r="http://schemas.openxmlformats.org/officeDocument/2006/relationships" id="310" r:id="R5d037d2224304237"/>
    <p:sldId xmlns:r="http://schemas.openxmlformats.org/officeDocument/2006/relationships" id="311" r:id="R2c826db978b54dee"/>
    <p:sldId xmlns:r="http://schemas.openxmlformats.org/officeDocument/2006/relationships" id="312" r:id="Radf6ac7b76304856"/>
    <p:sldId xmlns:r="http://schemas.openxmlformats.org/officeDocument/2006/relationships" id="313" r:id="R62340ee6889442ce"/>
    <p:sldId xmlns:r="http://schemas.openxmlformats.org/officeDocument/2006/relationships" id="314" r:id="R3d27cdb25d55427e"/>
    <p:sldId xmlns:r="http://schemas.openxmlformats.org/officeDocument/2006/relationships" id="315" r:id="R4c84079f3ae04d3c"/>
  </p:sldIdLst>
  <p:sldSz cx="9144000" cy="5143500"/>
  <p:notesSz cx="6858000" cy="9144000"/>
  <p:embeddedFontLst>
    <p:embeddedFont>
      <p:font typeface="Montserrat SemiBold"/>
      <p:regular xmlns:r="http://schemas.openxmlformats.org/officeDocument/2006/relationships" r:id="R03b52eb0d59e4c2f"/>
      <p:bold xmlns:r="http://schemas.openxmlformats.org/officeDocument/2006/relationships" r:id="R729aa5fb8e2742c2"/>
      <p:italic xmlns:r="http://schemas.openxmlformats.org/officeDocument/2006/relationships" r:id="R5eaa6008047a47e7"/>
      <p:boldItalic xmlns:r="http://schemas.openxmlformats.org/officeDocument/2006/relationships" r:id="Rda0343a8c37b4adb"/>
    </p:embeddedFont>
    <p:embeddedFont>
      <p:font typeface="Play"/>
      <p:regular xmlns:r="http://schemas.openxmlformats.org/officeDocument/2006/relationships" r:id="R2c6f0636381a4e6f"/>
      <p:bold xmlns:r="http://schemas.openxmlformats.org/officeDocument/2006/relationships" r:id="R18a67c5aa7854407"/>
    </p:embeddedFont>
    <p:embeddedFont>
      <p:font typeface="Montserrat"/>
      <p:regular xmlns:r="http://schemas.openxmlformats.org/officeDocument/2006/relationships" r:id="R82e959654c654c45"/>
      <p:bold xmlns:r="http://schemas.openxmlformats.org/officeDocument/2006/relationships" r:id="R47e041a4a34741fd"/>
      <p:italic xmlns:r="http://schemas.openxmlformats.org/officeDocument/2006/relationships" r:id="Ref8b6b1463e5430f"/>
      <p:boldItalic xmlns:r="http://schemas.openxmlformats.org/officeDocument/2006/relationships" r:id="Re16c40a4a1c04fa3"/>
    </p:embeddedFont>
    <p:embeddedFont>
      <p:font typeface="Manrope"/>
      <p:regular xmlns:r="http://schemas.openxmlformats.org/officeDocument/2006/relationships" r:id="R6e765f3e309d4bd2"/>
      <p:bold xmlns:r="http://schemas.openxmlformats.org/officeDocument/2006/relationships" r:id="R3f38f95f7da24449"/>
    </p:embeddedFont>
    <p:embeddedFont>
      <p:font typeface="Manrope Medium"/>
      <p:regular xmlns:r="http://schemas.openxmlformats.org/officeDocument/2006/relationships" r:id="R5c419bea7d5242cf"/>
      <p:bold xmlns:r="http://schemas.openxmlformats.org/officeDocument/2006/relationships" r:id="Rf5b9e50c6b8543fb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717663308b4b51" /><Relationship Type="http://schemas.openxmlformats.org/officeDocument/2006/relationships/slideMaster" Target="/ppt/slideMasters/slideMaster1.xml" Id="Re39ab1f075014316" /><Relationship Type="http://schemas.openxmlformats.org/officeDocument/2006/relationships/slideMaster" Target="/ppt/slideMasters/slideMaster2.xml" Id="R8ce5843383084a56" /><Relationship Type="http://schemas.openxmlformats.org/officeDocument/2006/relationships/notesMaster" Target="/ppt/notesMasters/notesMaster1.xml" Id="Rda0a1365d54b415c" /><Relationship Type="http://schemas.openxmlformats.org/officeDocument/2006/relationships/presProps" Target="/ppt/presProps.xml" Id="R815236a041f24a35" /><Relationship Type="http://schemas.openxmlformats.org/officeDocument/2006/relationships/viewProps" Target="/ppt/viewProps.xml" Id="R782d8b3bcc614ed7" /><Relationship Type="http://schemas.openxmlformats.org/officeDocument/2006/relationships/tableStyles" Target="/ppt/tableStyles.xml" Id="Rbf961a2c015743f3" /><Relationship Type="http://schemas.openxmlformats.org/officeDocument/2006/relationships/font" Target="/ppt/fonts/font.dat" Id="R03b52eb0d59e4c2f" /><Relationship Type="http://schemas.openxmlformats.org/officeDocument/2006/relationships/font" Target="/ppt/fonts/font2.dat" Id="R729aa5fb8e2742c2" /><Relationship Type="http://schemas.openxmlformats.org/officeDocument/2006/relationships/font" Target="/ppt/fonts/font3.dat" Id="R5eaa6008047a47e7" /><Relationship Type="http://schemas.openxmlformats.org/officeDocument/2006/relationships/font" Target="/ppt/fonts/font4.dat" Id="Rda0343a8c37b4adb" /><Relationship Type="http://schemas.openxmlformats.org/officeDocument/2006/relationships/font" Target="/ppt/fonts/font5.dat" Id="R2c6f0636381a4e6f" /><Relationship Type="http://schemas.openxmlformats.org/officeDocument/2006/relationships/font" Target="/ppt/fonts/font6.dat" Id="R18a67c5aa7854407" /><Relationship Type="http://schemas.openxmlformats.org/officeDocument/2006/relationships/font" Target="/ppt/fonts/font7.dat" Id="R82e959654c654c45" /><Relationship Type="http://schemas.openxmlformats.org/officeDocument/2006/relationships/font" Target="/ppt/fonts/font8.dat" Id="R47e041a4a34741fd" /><Relationship Type="http://schemas.openxmlformats.org/officeDocument/2006/relationships/font" Target="/ppt/fonts/font9.dat" Id="Ref8b6b1463e5430f" /><Relationship Type="http://schemas.openxmlformats.org/officeDocument/2006/relationships/font" Target="/ppt/fonts/font10.dat" Id="Re16c40a4a1c04fa3" /><Relationship Type="http://schemas.openxmlformats.org/officeDocument/2006/relationships/font" Target="/ppt/fonts/font11.dat" Id="R6e765f3e309d4bd2" /><Relationship Type="http://schemas.openxmlformats.org/officeDocument/2006/relationships/font" Target="/ppt/fonts/font12.dat" Id="R3f38f95f7da24449" /><Relationship Type="http://schemas.openxmlformats.org/officeDocument/2006/relationships/font" Target="/ppt/fonts/font13.dat" Id="R5c419bea7d5242cf" /><Relationship Type="http://schemas.openxmlformats.org/officeDocument/2006/relationships/font" Target="/ppt/fonts/font14.dat" Id="Rf5b9e50c6b8543fb" /><Relationship Type="http://schemas.openxmlformats.org/officeDocument/2006/relationships/slide" Target="/ppt/slides/slide1.xml" Id="R1ea9a2e0353a4d30" /><Relationship Type="http://schemas.openxmlformats.org/officeDocument/2006/relationships/slide" Target="/ppt/slides/slide2.xml" Id="Rdba6fd88fc86426d" /><Relationship Type="http://schemas.openxmlformats.org/officeDocument/2006/relationships/slide" Target="/ppt/slides/slide3.xml" Id="R8ef565deab4741b6" /><Relationship Type="http://schemas.openxmlformats.org/officeDocument/2006/relationships/slide" Target="/ppt/slides/slide4.xml" Id="R439a4d3054794496" /><Relationship Type="http://schemas.openxmlformats.org/officeDocument/2006/relationships/slide" Target="/ppt/slides/slide5.xml" Id="Rbb9b0bcff0424890" /><Relationship Type="http://schemas.openxmlformats.org/officeDocument/2006/relationships/slide" Target="/ppt/slides/slide6.xml" Id="R69df96e97fc74c9a" /><Relationship Type="http://schemas.openxmlformats.org/officeDocument/2006/relationships/slide" Target="/ppt/slides/slide7.xml" Id="Re1b84a9d8bd5460a" /><Relationship Type="http://schemas.openxmlformats.org/officeDocument/2006/relationships/slide" Target="/ppt/slides/slide8.xml" Id="Rd836169e961b4261" /><Relationship Type="http://schemas.openxmlformats.org/officeDocument/2006/relationships/slide" Target="/ppt/slides/slide9.xml" Id="R737188f4e98f4972" /><Relationship Type="http://schemas.openxmlformats.org/officeDocument/2006/relationships/slide" Target="/ppt/slides/slide10.xml" Id="Rdbb6e36b56ad4cf2" /><Relationship Type="http://schemas.openxmlformats.org/officeDocument/2006/relationships/slide" Target="/ppt/slides/slide11.xml" Id="R24461774ce464b3a" /><Relationship Type="http://schemas.openxmlformats.org/officeDocument/2006/relationships/slide" Target="/ppt/slides/slide12.xml" Id="R3ff7ebdfe48d4fc6" /><Relationship Type="http://schemas.openxmlformats.org/officeDocument/2006/relationships/slide" Target="/ppt/slides/slide13.xml" Id="R9d82330516694930" /><Relationship Type="http://schemas.openxmlformats.org/officeDocument/2006/relationships/slide" Target="/ppt/slides/slide14.xml" Id="R090faf3192014124" /><Relationship Type="http://schemas.openxmlformats.org/officeDocument/2006/relationships/slide" Target="/ppt/slides/slide15.xml" Id="R65d887b1491b47d0" /><Relationship Type="http://schemas.openxmlformats.org/officeDocument/2006/relationships/slide" Target="/ppt/slides/slide16.xml" Id="Rf502b52a457844a4" /><Relationship Type="http://schemas.openxmlformats.org/officeDocument/2006/relationships/slide" Target="/ppt/slides/slide17.xml" Id="R9f0eef9903a54a1e" /><Relationship Type="http://schemas.openxmlformats.org/officeDocument/2006/relationships/slide" Target="/ppt/slides/slide18.xml" Id="R92911e5b0e1448c2" /><Relationship Type="http://schemas.openxmlformats.org/officeDocument/2006/relationships/slide" Target="/ppt/slides/slide19.xml" Id="R664b6309175a4b0f" /><Relationship Type="http://schemas.openxmlformats.org/officeDocument/2006/relationships/slide" Target="/ppt/slides/slide20.xml" Id="R515782fd7a6d4737" /><Relationship Type="http://schemas.openxmlformats.org/officeDocument/2006/relationships/slide" Target="/ppt/slides/slide21.xml" Id="R14b37cecb9c044a7" /><Relationship Type="http://schemas.openxmlformats.org/officeDocument/2006/relationships/slide" Target="/ppt/slides/slide22.xml" Id="R5d16c9451cad4ccd" /><Relationship Type="http://schemas.openxmlformats.org/officeDocument/2006/relationships/slide" Target="/ppt/slides/slide23.xml" Id="Raa83661da2bf48df" /><Relationship Type="http://schemas.openxmlformats.org/officeDocument/2006/relationships/slide" Target="/ppt/slides/slide24.xml" Id="Rc571a4c8ccb7408b" /><Relationship Type="http://schemas.openxmlformats.org/officeDocument/2006/relationships/slide" Target="/ppt/slides/slide25.xml" Id="Rf310ac552c1b47a4" /><Relationship Type="http://schemas.openxmlformats.org/officeDocument/2006/relationships/slide" Target="/ppt/slides/slide26.xml" Id="R918a5d36bde248a4" /><Relationship Type="http://schemas.openxmlformats.org/officeDocument/2006/relationships/slide" Target="/ppt/slides/slide27.xml" Id="R2f5ef9d77e2640b4" /><Relationship Type="http://schemas.openxmlformats.org/officeDocument/2006/relationships/slide" Target="/ppt/slides/slide28.xml" Id="R2983b699100e4cd4" /><Relationship Type="http://schemas.openxmlformats.org/officeDocument/2006/relationships/slide" Target="/ppt/slides/slide29.xml" Id="R47e04e09ede148eb" /><Relationship Type="http://schemas.openxmlformats.org/officeDocument/2006/relationships/slide" Target="/ppt/slides/slide30.xml" Id="R6586caacd111441a" /><Relationship Type="http://schemas.openxmlformats.org/officeDocument/2006/relationships/slide" Target="/ppt/slides/slide31.xml" Id="R7d80e24e4b9c49fc" /><Relationship Type="http://schemas.openxmlformats.org/officeDocument/2006/relationships/slide" Target="/ppt/slides/slide32.xml" Id="Re19f3dc2b7f14c92" /><Relationship Type="http://schemas.openxmlformats.org/officeDocument/2006/relationships/slide" Target="/ppt/slides/slide33.xml" Id="Re19e003a8b9c42fa" /><Relationship Type="http://schemas.openxmlformats.org/officeDocument/2006/relationships/slide" Target="/ppt/slides/slide34.xml" Id="R8b781614494049ac" /><Relationship Type="http://schemas.openxmlformats.org/officeDocument/2006/relationships/slide" Target="/ppt/slides/slide35.xml" Id="R23f7f38167c2445d" /><Relationship Type="http://schemas.openxmlformats.org/officeDocument/2006/relationships/slide" Target="/ppt/slides/slide36.xml" Id="Rc8e0822bb0f44389" /><Relationship Type="http://schemas.openxmlformats.org/officeDocument/2006/relationships/slide" Target="/ppt/slides/slide37.xml" Id="R2fc66560015a4942" /><Relationship Type="http://schemas.openxmlformats.org/officeDocument/2006/relationships/slide" Target="/ppt/slides/slide38.xml" Id="R5f6c54949f6842d9" /><Relationship Type="http://schemas.openxmlformats.org/officeDocument/2006/relationships/slide" Target="/ppt/slides/slide39.xml" Id="R5e14c9a605c0407d" /><Relationship Type="http://schemas.openxmlformats.org/officeDocument/2006/relationships/slide" Target="/ppt/slides/slide40.xml" Id="R54c64f1f507f4351" /><Relationship Type="http://schemas.openxmlformats.org/officeDocument/2006/relationships/slide" Target="/ppt/slides/slide41.xml" Id="Rd224f530ed6f443a" /><Relationship Type="http://schemas.openxmlformats.org/officeDocument/2006/relationships/slide" Target="/ppt/slides/slide42.xml" Id="Raaa71048ec9e4668" /><Relationship Type="http://schemas.openxmlformats.org/officeDocument/2006/relationships/slide" Target="/ppt/slides/slide43.xml" Id="R14c832c00c51492a" /><Relationship Type="http://schemas.openxmlformats.org/officeDocument/2006/relationships/slide" Target="/ppt/slides/slide44.xml" Id="R566afe022ea34afd" /><Relationship Type="http://schemas.openxmlformats.org/officeDocument/2006/relationships/slide" Target="/ppt/slides/slide45.xml" Id="R53747ba3c7914679" /><Relationship Type="http://schemas.openxmlformats.org/officeDocument/2006/relationships/slide" Target="/ppt/slides/slide46.xml" Id="R0104869e6e014d32" /><Relationship Type="http://schemas.openxmlformats.org/officeDocument/2006/relationships/slide" Target="/ppt/slides/slide47.xml" Id="Ra614ee60da9143f7" /><Relationship Type="http://schemas.openxmlformats.org/officeDocument/2006/relationships/slide" Target="/ppt/slides/slide48.xml" Id="R9dbd01a91f604947" /><Relationship Type="http://schemas.openxmlformats.org/officeDocument/2006/relationships/slide" Target="/ppt/slides/slide49.xml" Id="R76b2025fb7d04745" /><Relationship Type="http://schemas.openxmlformats.org/officeDocument/2006/relationships/slide" Target="/ppt/slides/slide50.xml" Id="R8d323c274ad44eb5" /><Relationship Type="http://schemas.openxmlformats.org/officeDocument/2006/relationships/slide" Target="/ppt/slides/slide51.xml" Id="Ra9bf2c7740584d6f" /><Relationship Type="http://schemas.openxmlformats.org/officeDocument/2006/relationships/slide" Target="/ppt/slides/slide52.xml" Id="Re1cedea5022e44d7" /><Relationship Type="http://schemas.openxmlformats.org/officeDocument/2006/relationships/slide" Target="/ppt/slides/slide53.xml" Id="R65ef744c25b14557" /><Relationship Type="http://schemas.openxmlformats.org/officeDocument/2006/relationships/slide" Target="/ppt/slides/slide54.xml" Id="R9db0ac16ebd54a62" /><Relationship Type="http://schemas.openxmlformats.org/officeDocument/2006/relationships/slide" Target="/ppt/slides/slide55.xml" Id="R5d037d2224304237" /><Relationship Type="http://schemas.openxmlformats.org/officeDocument/2006/relationships/slide" Target="/ppt/slides/slide56.xml" Id="R2c826db978b54dee" /><Relationship Type="http://schemas.openxmlformats.org/officeDocument/2006/relationships/slide" Target="/ppt/slides/slide57.xml" Id="Radf6ac7b76304856" /><Relationship Type="http://schemas.openxmlformats.org/officeDocument/2006/relationships/slide" Target="/ppt/slides/slide58.xml" Id="R62340ee6889442ce" /><Relationship Type="http://schemas.openxmlformats.org/officeDocument/2006/relationships/slide" Target="/ppt/slides/slide59.xml" Id="R3d27cdb25d55427e" /><Relationship Type="http://schemas.openxmlformats.org/officeDocument/2006/relationships/slide" Target="/ppt/slides/slide60.xml" Id="R4c84079f3ae04d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2587c6c5557741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4f39a62c044877" /><Relationship Type="http://schemas.openxmlformats.org/officeDocument/2006/relationships/notesMaster" Target="/ppt/notesMasters/notesMaster1.xml" Id="Rbe749483600e4d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fb82cc555040a0" /><Relationship Type="http://schemas.openxmlformats.org/officeDocument/2006/relationships/notesMaster" Target="/ppt/notesMasters/notesMaster1.xml" Id="R69c94e3221e740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28c2944f4e460a" /><Relationship Type="http://schemas.openxmlformats.org/officeDocument/2006/relationships/notesMaster" Target="/ppt/notesMasters/notesMaster1.xml" Id="Rc58a532dc7cd42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c903bcc2ca4211" /><Relationship Type="http://schemas.openxmlformats.org/officeDocument/2006/relationships/notesMaster" Target="/ppt/notesMasters/notesMaster1.xml" Id="R0071943d44a145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ef18d6fa694155" /><Relationship Type="http://schemas.openxmlformats.org/officeDocument/2006/relationships/notesMaster" Target="/ppt/notesMasters/notesMaster1.xml" Id="Rd341b313083f43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9f7b9d771845d9" /><Relationship Type="http://schemas.openxmlformats.org/officeDocument/2006/relationships/notesMaster" Target="/ppt/notesMasters/notesMaster1.xml" Id="R66506facea784c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ae158b406f41f0" /><Relationship Type="http://schemas.openxmlformats.org/officeDocument/2006/relationships/notesMaster" Target="/ppt/notesMasters/notesMaster1.xml" Id="R969675c33c3b4c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4334f94ad5496a" /><Relationship Type="http://schemas.openxmlformats.org/officeDocument/2006/relationships/notesMaster" Target="/ppt/notesMasters/notesMaster1.xml" Id="R20eb0f55b48149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b28a13dc1a48c0" /><Relationship Type="http://schemas.openxmlformats.org/officeDocument/2006/relationships/notesMaster" Target="/ppt/notesMasters/notesMaster1.xml" Id="Rcb97866e01fa47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bbc2d8d01e48cd" /><Relationship Type="http://schemas.openxmlformats.org/officeDocument/2006/relationships/notesMaster" Target="/ppt/notesMasters/notesMaster1.xml" Id="R31b2eb12e2fe41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e261676ed94dc5" /><Relationship Type="http://schemas.openxmlformats.org/officeDocument/2006/relationships/notesMaster" Target="/ppt/notesMasters/notesMaster1.xml" Id="R0bebad1c27134e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a39837faf2487a" /><Relationship Type="http://schemas.openxmlformats.org/officeDocument/2006/relationships/notesMaster" Target="/ppt/notesMasters/notesMaster1.xml" Id="R512b38aa80964e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c3ada2ea2a4e79" /><Relationship Type="http://schemas.openxmlformats.org/officeDocument/2006/relationships/notesMaster" Target="/ppt/notesMasters/notesMaster1.xml" Id="R6f02ff0320024a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8ec72c042b4520" /><Relationship Type="http://schemas.openxmlformats.org/officeDocument/2006/relationships/notesMaster" Target="/ppt/notesMasters/notesMaster1.xml" Id="R5565f23a5a2a47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0764c59565c47bb" /><Relationship Type="http://schemas.openxmlformats.org/officeDocument/2006/relationships/notesMaster" Target="/ppt/notesMasters/notesMaster1.xml" Id="R66537a963b0741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104eb78305d4a91" /><Relationship Type="http://schemas.openxmlformats.org/officeDocument/2006/relationships/notesMaster" Target="/ppt/notesMasters/notesMaster1.xml" Id="Rd020d6b4da2c44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805084795df4bb1" /><Relationship Type="http://schemas.openxmlformats.org/officeDocument/2006/relationships/notesMaster" Target="/ppt/notesMasters/notesMaster1.xml" Id="R026acdea98e24b3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2844d600254488" /><Relationship Type="http://schemas.openxmlformats.org/officeDocument/2006/relationships/notesMaster" Target="/ppt/notesMasters/notesMaster1.xml" Id="R742ca5c7b72f408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47ba77ab46048e2" /><Relationship Type="http://schemas.openxmlformats.org/officeDocument/2006/relationships/notesMaster" Target="/ppt/notesMasters/notesMaster1.xml" Id="R28e7440ff9864f1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ba1c60da68a466e" /><Relationship Type="http://schemas.openxmlformats.org/officeDocument/2006/relationships/notesMaster" Target="/ppt/notesMasters/notesMaster1.xml" Id="Rfaa0a652c563418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710168fd8ca43a9" /><Relationship Type="http://schemas.openxmlformats.org/officeDocument/2006/relationships/notesMaster" Target="/ppt/notesMasters/notesMaster1.xml" Id="R4db5433f868641e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e5db3fd4cf74b09" /><Relationship Type="http://schemas.openxmlformats.org/officeDocument/2006/relationships/notesMaster" Target="/ppt/notesMasters/notesMaster1.xml" Id="R7d2df8a2bb29422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02f0d1939a44b5d" /><Relationship Type="http://schemas.openxmlformats.org/officeDocument/2006/relationships/notesMaster" Target="/ppt/notesMasters/notesMaster1.xml" Id="R80a1d8ba9a5f470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c4bb280afda4256" /><Relationship Type="http://schemas.openxmlformats.org/officeDocument/2006/relationships/notesMaster" Target="/ppt/notesMasters/notesMaster1.xml" Id="Rf0330b85d24f4c0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13cd62908fe462d" /><Relationship Type="http://schemas.openxmlformats.org/officeDocument/2006/relationships/notesMaster" Target="/ppt/notesMasters/notesMaster1.xml" Id="R147c668a46ca482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335f1a0356c4f93" /><Relationship Type="http://schemas.openxmlformats.org/officeDocument/2006/relationships/notesMaster" Target="/ppt/notesMasters/notesMaster1.xml" Id="R53ff9350a83f464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ae257bb8cd34841" /><Relationship Type="http://schemas.openxmlformats.org/officeDocument/2006/relationships/notesMaster" Target="/ppt/notesMasters/notesMaster1.xml" Id="Rb21ade3ac3354ab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873017cd7d349cb" /><Relationship Type="http://schemas.openxmlformats.org/officeDocument/2006/relationships/notesMaster" Target="/ppt/notesMasters/notesMaster1.xml" Id="R1fcaa24c48e5472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3038dc9123e4ec8" /><Relationship Type="http://schemas.openxmlformats.org/officeDocument/2006/relationships/notesMaster" Target="/ppt/notesMasters/notesMaster1.xml" Id="Rc3fe0733212f485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1ead07596884227" /><Relationship Type="http://schemas.openxmlformats.org/officeDocument/2006/relationships/notesMaster" Target="/ppt/notesMasters/notesMaster1.xml" Id="Rb0988d881fe24cc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a73aa12e6a34fbb" /><Relationship Type="http://schemas.openxmlformats.org/officeDocument/2006/relationships/notesMaster" Target="/ppt/notesMasters/notesMaster1.xml" Id="R8742cb77f300459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2c02de059da478e" /><Relationship Type="http://schemas.openxmlformats.org/officeDocument/2006/relationships/notesMaster" Target="/ppt/notesMasters/notesMaster1.xml" Id="R646da3c8f2c9424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e441a14ed8a4fd2" /><Relationship Type="http://schemas.openxmlformats.org/officeDocument/2006/relationships/notesMaster" Target="/ppt/notesMasters/notesMaster1.xml" Id="R6669dfb71ac148d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cc21e9a9b394ff1" /><Relationship Type="http://schemas.openxmlformats.org/officeDocument/2006/relationships/notesMaster" Target="/ppt/notesMasters/notesMaster1.xml" Id="Rb35c9ce6a31445d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972ee8a7700426c" /><Relationship Type="http://schemas.openxmlformats.org/officeDocument/2006/relationships/notesMaster" Target="/ppt/notesMasters/notesMaster1.xml" Id="R4a0c67dd57f940c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7966b3636fc4bd6" /><Relationship Type="http://schemas.openxmlformats.org/officeDocument/2006/relationships/notesMaster" Target="/ppt/notesMasters/notesMaster1.xml" Id="Rd1f6bd31a75049e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0c28bb35ad74847" /><Relationship Type="http://schemas.openxmlformats.org/officeDocument/2006/relationships/notesMaster" Target="/ppt/notesMasters/notesMaster1.xml" Id="Rb3b9c18967d14b5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5b34aa4efd341ec" /><Relationship Type="http://schemas.openxmlformats.org/officeDocument/2006/relationships/notesMaster" Target="/ppt/notesMasters/notesMaster1.xml" Id="R00251753b675441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a5321a0d88340f9" /><Relationship Type="http://schemas.openxmlformats.org/officeDocument/2006/relationships/notesMaster" Target="/ppt/notesMasters/notesMaster1.xml" Id="Rd8da3fe44348480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88eebecc9754a52" /><Relationship Type="http://schemas.openxmlformats.org/officeDocument/2006/relationships/notesMaster" Target="/ppt/notesMasters/notesMaster1.xml" Id="R9b0f116d47094de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b0d8f93054f4d92" /><Relationship Type="http://schemas.openxmlformats.org/officeDocument/2006/relationships/notesMaster" Target="/ppt/notesMasters/notesMaster1.xml" Id="R5627f7fd1b6a447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4105fe959454167" /><Relationship Type="http://schemas.openxmlformats.org/officeDocument/2006/relationships/notesMaster" Target="/ppt/notesMasters/notesMaster1.xml" Id="R76904edd50c14e5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8ebdaf1148344e1" /><Relationship Type="http://schemas.openxmlformats.org/officeDocument/2006/relationships/notesMaster" Target="/ppt/notesMasters/notesMaster1.xml" Id="R4e2995c73ec4401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272b39e19e74c02" /><Relationship Type="http://schemas.openxmlformats.org/officeDocument/2006/relationships/notesMaster" Target="/ppt/notesMasters/notesMaster1.xml" Id="Rffd9fe218834454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fdbd40250954ba3" /><Relationship Type="http://schemas.openxmlformats.org/officeDocument/2006/relationships/notesMaster" Target="/ppt/notesMasters/notesMaster1.xml" Id="R39e788e096c64d0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fc6eb2bffa94cc7" /><Relationship Type="http://schemas.openxmlformats.org/officeDocument/2006/relationships/notesMaster" Target="/ppt/notesMasters/notesMaster1.xml" Id="R91f29df5b9d64f3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31bc98376894829" /><Relationship Type="http://schemas.openxmlformats.org/officeDocument/2006/relationships/notesMaster" Target="/ppt/notesMasters/notesMaster1.xml" Id="Rd07c533ed210467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4a261959970460f" /><Relationship Type="http://schemas.openxmlformats.org/officeDocument/2006/relationships/notesMaster" Target="/ppt/notesMasters/notesMaster1.xml" Id="R04e3d7bdc7b44da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1de7c98ed4441a8" /><Relationship Type="http://schemas.openxmlformats.org/officeDocument/2006/relationships/notesMaster" Target="/ppt/notesMasters/notesMaster1.xml" Id="R8519593903004db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edbf5e1fa9e4911" /><Relationship Type="http://schemas.openxmlformats.org/officeDocument/2006/relationships/notesMaster" Target="/ppt/notesMasters/notesMaster1.xml" Id="R0521c1009896474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e27ae5c416649f6" /><Relationship Type="http://schemas.openxmlformats.org/officeDocument/2006/relationships/notesMaster" Target="/ppt/notesMasters/notesMaster1.xml" Id="R7fdfdf43bc3a4cb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01868bedf5c243e8" /><Relationship Type="http://schemas.openxmlformats.org/officeDocument/2006/relationships/notesMaster" Target="/ppt/notesMasters/notesMaster1.xml" Id="R18877df52d3b482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4ebeadf7e9a40aa" /><Relationship Type="http://schemas.openxmlformats.org/officeDocument/2006/relationships/notesMaster" Target="/ppt/notesMasters/notesMaster1.xml" Id="R188692b1f93a45b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30ea1ff2fe364642" /><Relationship Type="http://schemas.openxmlformats.org/officeDocument/2006/relationships/notesMaster" Target="/ppt/notesMasters/notesMaster1.xml" Id="R0140fecd87184b1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f64025cf4a3d4110" /><Relationship Type="http://schemas.openxmlformats.org/officeDocument/2006/relationships/notesMaster" Target="/ppt/notesMasters/notesMaster1.xml" Id="Rc56625755633478e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cfbc8ac4ac142e7" /><Relationship Type="http://schemas.openxmlformats.org/officeDocument/2006/relationships/notesMaster" Target="/ppt/notesMasters/notesMaster1.xml" Id="R44766eafe1394040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5651f047de04450" /><Relationship Type="http://schemas.openxmlformats.org/officeDocument/2006/relationships/notesMaster" Target="/ppt/notesMasters/notesMaster1.xml" Id="Re90660ee2070401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633fddd8bee24ef5" /><Relationship Type="http://schemas.openxmlformats.org/officeDocument/2006/relationships/notesMaster" Target="/ppt/notesMasters/notesMaster1.xml" Id="Rd68ff4da7f254dca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15e51dd6038408a" /><Relationship Type="http://schemas.openxmlformats.org/officeDocument/2006/relationships/notesMaster" Target="/ppt/notesMasters/notesMaster1.xml" Id="R0c8d481461b44551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2760fcde56c149b3" /><Relationship Type="http://schemas.openxmlformats.org/officeDocument/2006/relationships/notesMaster" Target="/ppt/notesMasters/notesMaster1.xml" Id="R6ab0b4b8003543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Агенты: возможности и принципы работы.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Личный путь: Школа 21 — 2022, RUTUBE — 2023, A7 — 2024–2025, Яндекс — 2026. Автокомплит был самостоятельным важным этапом: подсказка приходит прямо туда, где пишешь код. В чате модель уже объясняла и генерировала фрагменты, но человек переносил контекст и результаты руками. Агент забирает часть этого цикла. Это личная биография, не даты релизов продуктов.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Три опорные идеи. 1) Среда и ответственность: информация, инструменты, проверка результата. 2) Не ограничиваем воображение автокомплитом или знакомым языком: concurrency, дизайн и исследования — классы задач для практической проверки, а не запретные области. Формулу «при контексте агент может абсолютно всё» не трактуем буквально: контекст не гарантирует корректность и не устраняет ограничений модели, доступа и среды. 3) Короткий промпт не означает отсутствия инструкций. Детали можно хранить в проекте и получать через доступные источники. Дальнейшие примеры возвращают аудиторию к этим трём мыслям.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Последовательность: эволюция, примеры, coding agents, skills, MCP, настройки. Практика остаётся отдельным занятием.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Разграничить модель, интерфейс и harness. Harness — код приложения, который организует обращения к модели, инструменты, состояние и ограничения. Постоянная память возможна при соответствующей настройке, не универсальна.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OpenCode: официальный инструмент практики: https://opencode.ai/docs/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Pi: официальный проект: https://pi.dev/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Реальный учебный запуск Codex CLI 27.09.2026. Точный ID модели в запуске не был записан. Модель прочитала два файла, инструмент запустил unittest и получил ожидаемый FAIL. На границе TTL предложено заменить &gt; на &gt;=. Это read-only диагностика: исправление не вносили и тест не стал зелёным. Выбор tool делает модель, исполнение и permissions обеспечивает harness. Цикл завершается результатом, лимитом, ошибкой или запросом решения человека.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Здесь есть и агентские приложения, и AI-продукты с сочетанием фиксированных и агентных процессов. Не называем каждую функцию каждого сервиса автономным агентом.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Commerce blueprint: https://github.com/anthropics/commerce-agents/blob/main/README.md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Backends and permissions: https://github.com/anthropics/commerce-agents/blob/main/docs/backends.md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Shopping agent: https://claude.com/blog/claude-for-commerce-agents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Backend contracts: https://github.com/anthropics/commerce-agents/blob/main/docs/backends.md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Merchant agent: https://claude.com/blog/claude-for-commerce-agents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https://github.com/anthropics/commerce-agents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v0 помогает создавать веб-интерфейсы с референсами и компонентами; Higgsfield организует работу с медиа и моделями. Это примеры продуктовой среды. Не утверждаем, что каждая операция внутри использует автономный агентский цикл.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Vercel, 27.01.2025: Figma и компоненты как контекст v0: https://vercel.com/blog/working-with-figma-and-custom-design-systems-in-v0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Higgsfield: архитектура Supercomputer: https://higgsfield.ai/blog/how-we-built-supercomputer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https://v0.app/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https://higgsfield.ai/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Различаем приложение и выбранную модель. Подключённый канал не выдаёт автоматически права ко всем данным.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OpenClaw: agent runtime: https://docs.openclaw.ai/concepts/agent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Hermes: как устроена система skills: https://hermes-agent.nousresearch.com/docs/user-guide/features/skills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https://docs.openclaw.ai/concepts/agent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https://hermes-agent.nousresearch.com/docs/user-guide/features/skills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Остановка на два-три вопроса. Повторить вывод блока и назвать следующий шаг.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Карта, а не рейтинг. Приложение, CLI, открытость кода и выбор модели — разные оси. Pi можно использовать как готовый минимальный агент и как компоненты собственного приложения. Подписки провайдеров не автоматически совместимы с каждым клиентом. Ведущий не обещает одинаковый набор возможностей в любом приложении. Объясняем общий подход, демонстрационный клиент может отличаться от OpenCode практики. Начать стоит с вопроса: какие данные и инструменты доступны и как проверяется результат?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OpenCode: официальный инструмент практики: https://opencode.ai/docs/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Pi: официальный проект: https://pi.dev/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https://opencode.ai/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https://github.com/badlogic/pi-mono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Единая карта CLI, приложения, редактора/плагина, ADE и сервера. Личный опыт Влада: приложения стали настолько удобными, что он редко открывает редактор. Это не означает исчезновения CLI. Zed, Warp, Orca и другие продукты распределяют функции по-разному. ACP связывает редактор и агента, MCP будет разобран далее как подключение инструментов.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OpenCode: официальный инструмент практики: https://opencode.ai/docs/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Browser and preview: https://learn.chatgpt.com/docs/browser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 review: https://learn.chatgpt.com/docs/code-review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Unattended routines: https://code.claude.com/docs/en/routines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ACP introduction: https://agentclientprotocol.com/get-started/introduction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MCP Apps: https://blog.modelcontextprotocol.io/posts/2026-01-26-mcp-apps/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Refat: идея MCP наоборот: https://t.me/nobilix/216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Цены и условия на 29.09.2026. ChatGPT/Codex и Claude/Claude Code имеют лимиты. API-биллинг отдельный. $0.30 = 0.1×$2 + 0.01×$10, один учебный вызов без кэширования, tools и других надбавок; весь тарифицируемый output, включая reasoning где применимо. Агентская задача обычно содержит несколько обращений. У подписки нет гарантированной квоты, равной этому API-объёму: не считаем точку окупаемости и не обещаем, что подписка всегда дешевле. Цена Claude Pro в США, регион и налоги могут отличаться. Не обещаем совместимость подписки с произвольным OpenCode-провайдером. Студенческий бюджет API $15 — условие практики, не рыночная цена подписки.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OpenAI pricing: https://learn.chatgpt.com/docs/pricing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Codex authentication and billing: https://learn.chatgpt.com/docs/auth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Claude Pro, US monthly price: https://support.claude.com/en/articles/8325606-what-is-the-pro-plan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Claude Code with Pro/Max: https://support.claude.com/en/articles/11145838-use-claude-code-with-your-pro-or-max-plan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GPT-6 Sol Standard pricing: https://developers.openai.com/api/docs/models/gpt-6-sol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https://learn.chatgpt.com/docs/pricing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https://developers.openai.com/api/docs/models/gpt-6-sol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Синтетические фразы посчитаны в интерфейсе OpenAI Tokenizer 30.09.2026 в режиме GPT-5.x &amp; O1/3: английская 10 токенов, русская 14. Это не коэффициент для всех языков и не измерение tokenizer GPT-6 или Claude. Английский текст часто компактнее в конкретном tokenizer, но смысл и точность инструкции важнее экономии. В API оплачиваются вход, выход и иногда отдельные tool-операции; повторная история тоже участвует в следующих запросах. При попадании в cache стоимость части входа может снижаться. Подписка задаёт доступ и лимиты иначе, но контекстное окно модели всё равно конечно.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OpenAI Tokenizer: https://platform.openai.com/tokenizer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Context and tokens: https://developers.openai.com/api/docs/guides/conversation-state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https://platform.openai.com/tokenizer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Здесь важна созданная компанией среда, а не один удачный prompt. Публичная статья от 03.06.2026 описывает Backstage capabilities, выставленные через MCP и CLI: агент получает сведения о сервисах, владельцах, документации и каналах общения. Fleetshift определяет цели и сопровождает массовые изменения, Honk работает с кодом через Claude Agent SDK в отдельной инфраструктуре. В апрельском кейсе scope составлял около 1800 downstream pipelines, но это не число автоматических PR: выпустили 240. Scio исключили; для dbt/BigQuery Runner при нехватке unit tests владельцы проверяли изменения вручную. 10 инженерных недель — оценка авторов, не контролируемое сравнение. В той миграции skills/custom configuration ещё добавлялись. Название Spotify Skill Exchange относится к обмену навыками сотрудников и не доказывает наличие Agent Skills Store. 2.5M PR в июньском материале относится ко всей многолетней Fleet Management automation, а не только LLM. Метрика &gt;99% weekly AI coding use относится к инженерам Spotify по самоотчёту компании от03.06.2026, а не ко всем программистам. Она не означает автономную генерацию99%кода.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Spotify, 03.06.2026: https://engineering.atspotify.com/2026/6/code-with-claude-coding-is-no-longer-the-constraint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Spotify Honk part4: https://engineering.atspotify.com/2026/4/background-coding-agents-dataset-migrations-honk-part-4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https://engineering.atspotify.com/2026/6/code-with-claude-coding-is-no-longer-the-constraint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https://engineering.atspotify.com/2026/4/background-coding-agents-dataset-migrations-honk-part-4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Колега — сотрудник процесса в Slack/Jira: один разговор может пережить несколько дней, коммиты, CI и review. Оркестратор принимает задачу и события, а работу с исходниками/командами делегирует исполнителю в отдельном временном окружении разработки. У оркестратора нет произвольного shell и исходников. В описанном кейсе замены UI-компонента затронуты примерно 200 использований в 167 файлах, было три раунда конфликтов и девять автоматических замечаний review за четыре дня. Решение о merge требует явной команды человека; бот технически может выполнить слияние. История иллюстрирует event-driven продолжение и разделение полномочий, не универсальную скорость разработки и не режим «любая модель сама сделала всё без инфраструктуры». Публичный код для изучения: https://github.com/bitrise-io/bitclaw-public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Bitrise Engineering, 15.07.2026: https://bitrise.io/blog/post/how-we-built-a-coding-agent-that-lives-in-slack-and-the-recipe-to-build-your-own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https://bitrise.io/blog/post/how-we-built-a-coding-agent-that-lives-in-slack-and-the-recipe-to-build-your-own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Сильный запрос агенту: сопоставить продуктовые тикеты, данные БД и код, принести вывод со ссылками. Это требует прав и подготовленных источников. Оценка времени в редакторе описывает личный опыт, не статистику отрасли.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Copyosity: публичный релиз v1.0.3: https://github.com/vakovalskii/copyosity/releases/tag/v1.0.3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CORE-Bench v1.1 сравнивает модели при фиксированном scaffold; SWE-agent сравнивает способы взаимодействия при фиксированной модели. Это разные эксперименты, не один рейтинг и не доказательство универсальной иерархии «модель важнее всегда». Достоверной единственной причины переноса способностей нет.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CORE-Bench v1.1, Table 2 / Appendix A.3: https://arxiv.org/html/2606.26158v1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Исследование 1: https://arxiv.org/abs/2107.03374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Исследование 2: https://arxiv.org/html/2405.15793v3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Исследование 3: https://arxiv.org/html/2606.26158v1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SWE-agent v3, Table 1 / §4: https://arxiv.org/html/2405.15793v3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DeepSeek-R1, §2.2 Reward Design: https://arxiv.org/pdf/2501.12948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Названия и позиционирование на 29.09.2026. Это стартовые варианты для собственных проб, не рейтинг и не утверждение о равенстве моделей в строке. Доступность конкретной версии зависит от клиента, провайдера и тарифа.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Понятную замену поля или извлечение данных можно отдать быстрой модели, если результат легко проверить. Обычную фичу по контракту, тесты и review удобно начать с повседневной модели. Неясный баг, архитектура и исследование нескольких систем оправдывают более сильную модель. Сильные модели также могут быть быстрыми, поэтому учитываем полную стоимость принятого результата, включая повторные попытки и ручную доработку.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Каталог OpenAI сейчас предлагает GPT-6.1 Sol как вариант баланса качества и стоимости. В примере цены отдельно рассматривается GPT-6 Sol; это другая версия, не универсальная цена всех Sol. Anthropic предлагает Opus 5.5 как сильный универсальный вариант, Fable 5.1 — для наиболее требовательной работы; Sonnet 5.5 остаётся вариантом более экономичного повседневного использования. Gemini 3.8 Flash — актуальный флагман для сложного кода и агентов, поэтому имя Flash не означает только простые задачи.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Бенчмарки помогают выбрать кандидатов. Для выбора в проекте сравните несколько знакомых задач на одинаковом контексте: получился ли нужный результат, сколько заняло времени, сколько стоило и сколько исправлял человек. Один неудачный ответ слабой модели не характеризует всех агентов. Сравнение junior/middle остаётся личной метафорой, не измеренным профессиональным грейдом.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AIMEC (22.09.2026) — обзор разных benchmark, не единый эксперимент. Один из первоисточников AIMultiple сравнивает 10 full-stack задач; CLI и IDE могут использовать разные модели/версии и условия исполнения. Поэтому таблица не доказывает чистое превосходство модели или harness отдельно. Пример критического чтения: что измеряют, одинаковы ли входные условия, кто и как проверял результат. Используем ссылку для самостоятельного знакомства с методикой, а не как доказательство универсального рейтинга.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OpenAI: выбор модели по задаче: https://developers.openai.com/api/docs/guides/model-selection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OpenAI: текущий каталог: https://developers.openai.com/api/docs/models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GPT-6 Astra: https://developers.openai.com/api/docs/models/gpt-6-astra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GPT-6.1 Sol: https://developers.openai.com/api/docs/models/gpt-6.1-sol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GPT-6 Luna: https://developers.openai.com/api/docs/models/gpt-6-luna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Claude: модели и назначение: https://platform.claude.com/docs/en/models/overview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Gemini: модели: https://ai.google.dev/gemini-api/docs/models?hl=en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Gemini 3.8 Flash: возможности и thinking: https://ai.google.dev/gemini-api/docs/latest-model?hl=en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AIMEC обзор: https://aimec.io/ai-coding-agent-benchmarks/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AIMultiple методика: https://aimultiple.com/ai-coding-benchmark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https://aimec.io/ai-coding-agent-benchmarks/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Авторская оценка, не benchmark моделей. Для этой шкалы не указаны модели, набор задач, протокол и размер выборки, поэтому она не задаёт универсальный рейтинг текущих моделей. Java имеет 7.5/10, не оценку «плохая». Rust совмещает две разные оценки generation/reliability, поэтому шкала не является единой метрикой.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MultiPL-E исследует эквивалентные задачи на разных языках; результаты зависят от модели. SWE-bench Multilingual использует реальные репозитории и разные задачи, поэтому различия процентов нельзя приписать одному языку. Практический вывод — проверять выбранную модель на задачах своего проекта. Объём и качество обучающих примеров, версия API, устройство репозитория и обратная связь могут влиять на результат; закрытые тренировочные смеси нам неизвестны. Долю языка в публичном коде нельзя приравнивать к его доле в закрытом обучающем наборе. Редкий стек не является запретом: даём документацию и примеры, разбиваем задачу и усиливаем проверку. Компиляция и типы проверяют лишь свой класс свойств. Выбор Go→Python для подготовки PDF иллюстрирует удобство экосистемы, а не превосходство модели на любом Python-коде.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MultiPL-E: https://nuprl.github.io/MultiPL-E/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SWE-bench Multilingual: https://www.swebench.com/multilingual.html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Go race detector: https://go.dev/doc/articles/race_detector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https://nuprl.github.io/MultiPL-E/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https://www.swebench.com/multilingual.html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Эвристика работы с Claude Code. Low/medium адаптирует цикл автора с low. Критерии для max — рекомендация, а не результат измерения. Ошибочный подход может сохраниться при повышении effort. Права на действия настраиваются отдельно.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Иллюстративные запуски автора Anthropic на Opus 5.5: свободная постановка fitness tracker, low 1,5 мин, medium 4 мин, high 11 мин, max 67 мин. Это отдельные демонстрационные запуски, не оценка того, сколько займёт задача студента. Более высокий effort увеличил проработку и число самостоятельно принятых решений, но требование оставалось неопределённым. Для задачи после подробного интервью/spec в источнике другие времена: 16/22/33/79 мин. Эти два эксперимента нельзя смешивать. Вывод: уточнение смысла, короткие итерации, человеческий review и усиленная проверка после согласования направления. Подробные примеры security/Terminal-Bench из статьи не являются независимыми сравнениями.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Автор Anthropic: Spending your effort: https://claude.dev/blog/spending-your-effort/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Пост AIforDevs627: https://t.me/ai_for_devs/627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https://claude.dev/blog/spending-your-effort/#underspecified-build-task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https://t.me/ai_for_devs/627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Один diff с контекстом и без него. Не обещаем одинаковый выход каждый раз. Правила не меняют веса модели; они входят в доступный контекст. Большой объём текста сам по себе не улучшает результат.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Контекстное окно — ограниченный объём информации в одном запросе к модели. В нём находятся инструкции, история и подгруженные материалы. Лимит вывода отдельно ограничивает генерацию одного ответа. В зависимости от модели генерируемая часть включает reasoning; общий бюджет входа и генерации также ограничен. Большое окно не означает такой же допустимой длины ответа. На экране намеренно нет чисел отдельной модели: для понимания важно различить объём предоставленных материалов и длину результата. Аналогия: можно прочитать большую папку документов и написать короткий отчёт. Качество зависит от релевантности контекста, непротиворечивости требований и проверки результата. Универсального порога, после которого все модели начинают ошибаться, нет.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Context window и output: https://developers.openai.com/api/docs/guides/conversation-state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Context engineering: https://www.anthropic.com/engineering/effective-context-engineering-for-ai-agents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https://developers.openai.com/api/docs/guides/conversation-state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https://www.anthropic.com/engineering/effective-context-engineering-for-ai-agents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Остановка на два-три вопроса. Повторить вывод блока и назвать следующий шаг.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Примеры процессов: разработка, аналитика, дизайн, подготовка материалов. Это переиспользуемая процедура для агента. Текст инструкции не выдаёт доступ и не гарантирует, что модель выполнит все шаги.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Agent Skills: specification: https://agentskills.io/specification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https://agentskills.io/specification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Публичный инженерный пример. Агенту нужно передать полный контекст тикета; сам факт наличия ссылки на Linear не означает подключённый доступ. Процедура помогает выбрать тестовый слой, прочитать связанные исходники и получить regression-тест, который воспроизводит баг. Явное ограничение исходного skill: не исправлять продукт, только воспроизвести. Это разграничение делает результат удобным для последующего разработчика или другого агента. Процедура показана по публичному описанию, без результатов её запуска в n8n. Для учебного проекта можно взять такую структуру, заменив навигацию и тестовые команды своими. Если воспроизвести не удалось или не хватает данных, процедура предусматривает UNCONFIRMED/SKIPPED; не выдаём отсутствие воспроизведения за отсутствие дефекта.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n8n reproduce-bug: https://github.com/n8n-io/n8n/blob/master/.agents/skills/reproduce-bug/SKILL.md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https://github.com/n8n-io/n8n/blob/master/.agents/skills/reproduce-bug/SKILL.md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Это конкретный корпоративный пакет, установленный у преподавателя. Файловый аудит подтверждает состав, размер и версию, но не является независимой проверкой эксплуатации в production. В SKILL.md 235 строк. Основной код: 10 файлов .py/.sh/.ps1, 7378 физических строк. Markdown всего: 13 файлов и 1482 строки, включая SKILL.md; оставшиеся 12 файлов дают 1247 строк. Зависимости, резервные копии, кэши, lockfiles и дампы исключены. Адаптированные зависимости посчитаны отдельно и не входят в числа на экране. Большой размер сам по себе не означает высокое качество. Инструкция выбирает платформу, затем предметный справочник и существующую команду; вся бизнес-логика API сосредоточена в ядре скриптов.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Состав skill-пакета: https://agentskills.io/specification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https://agentskills.io/specification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Схема использует учебный сокращённый фрагмент, а не дословную копию n8n skill. Отдельно показаны YAML frontmatter, Markdown body и соседние папки. В спецификации Agent Skills сначала доступны name/description, при активации — полная инструкция, по необходимости — ресурсы. Не весь YAML обязательно находится в постоянном системном prompt всех клиентов: возможны динамический поиск и ручная активация. Выполнение скрипта не требует чтения моделью всех его строк; однако команды, вывод и ошибки занимают контекст. Само наличие skill не доказывает, что агент его применил. Для проверки смотрим событие чтения/skill и фактический результат.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Agent Skills progressive disclosure: https://agentskills.io/specification#progressive-disclosure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OpenCode skills: https://opencode.ai/docs/skills/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https://opencode.ai/docs/skills/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https://www.anthropic.com/engineering/equipping-agents-for-the-real-world-with-agent-skills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Guardrail описывает правило, permission ограничивает технически. Проверяем skill на подходящей задаче, неполных данных и похожей чужой задаче, чтобы увидеть ошибочную активацию. Формальная проверка воспроизводима, если фиксированы её входы и среда; модельный шаг вариативен. Не подменять требование тестом, который совпал с реализацией.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Testing skills with evals: https://developers.openai.com/blog/eval-skills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Writing effective tools: https://www.anthropic.com/engineering/writing-tools-for-agents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Agent Home: https://club.podlodka.ai/catalog/sessions/kopim-lichnyi-kontekst-s-patternom-agent-home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https://agentskills.io/specification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Пример: Telegram SDK. Skill помогает найти клиент, методы, корректные сигнатуры и примеры текущей версии. Агент генерирует временный код для нужной выборки. Не обещать отсутствие поддержки SDK-процедуры. Не хранить токены в промпте. Изменения API требуют обновления обоих подходов; стабильный SDK может снизить число собственных обёрток.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Anthropic: Code execution with MCP: https://www.anthropic.com/engineering/code-execution-with-mcp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https://www.anthropic.com/engineering/code-execution-with-mcp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Влад использует корпоративные процедуры для работы с трекером, wiki, кодом и аналитикой. Раньше приходилось открывать каждую систему, вручную искать контекст и переносить данные. Теперь skill может описать маршрут: прочитать задачу, найти контракт, посмотреть код и метрики, вернуть проверяемый результат. Доступ обеспечивают реальные API/CLI/SDK/MCP и авторизация, а skill передаёт способ работы. Корпоративный каталог помогает находить процедуры команды, назначать владельцев, обновлять и проверять версии. Это описание личного рабочего опыта и общего паттерна; масштаб конкретных закрытых платформ и проценты ускорения не заявляются.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Public example: Cloudflare skills: https://github.com/cloudflare/skills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Публичные примеры SKILL.md, не результаты запуска всего набора на учебном проекте. Humanizer-ru — процедура редактирования, не детектор авторства. Caveman меняет стиль, не гарантирует процент экономии. TDD применяется к новому поведению с подходящей проверкой. webapp-testing требует запускаемое приложение и браузер. gh-address-comments требует gh и авторизацию, Linear/Notion — подключённый MCP и права. Корпоративные аналогии функциональные: Arcanum↔GitHub review, Tracker↔Linear, Wiki↔Notion; полного соответствия не обещаем. DOCX содержит скрипты и правила валидации, а Cloudflare skill помогает использовать SDK и references. Публичная доступность не означает одинаковую open-source лицензию. Каталог — место поиска, не гарантия качества.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Humanizer-ru: https://github.com/Vladimir-Human/humanizer-ru/blob/main/SKILL.md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Caveman: https://github.com/JuliusBrussee/caveman/blob/main/skills/caveman/SKILL.md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test-driven-development: https://github.com/obra/superpowers/blob/main/skills/test-driven-development/SKILL.md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webapp-testing: https://github.com/anthropics/skills/blob/main/skills/webapp-testing/SKILL.md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frontend-design: https://github.com/anthropics/skills/blob/main/skills/frontend-design/SKILL.md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https://skills.sh/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https://github.com/openai/skills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https://github.com/anthropics/skills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Публичные примеры SKILL.md, не результаты запуска всего набора на учебном проекте. Humanizer-ru — процедура редактирования, не детектор авторства. Caveman меняет стиль, не гарантирует процент экономии. TDD применяется к новому поведению с подходящей проверкой. webapp-testing требует запускаемое приложение и браузер. gh-address-comments требует gh и авторизацию, Linear/Notion — подключённый MCP и права. Корпоративные аналогии функциональные: Arcanum↔GitHub review, Tracker↔Linear, Wiki↔Notion; полного соответствия не обещаем. DOCX содержит скрипты и правила валидации, а Cloudflare skill помогает использовать SDK и references. Публичная доступность не означает одинаковую open-source лицензию. Каталог — место поиска, не гарантия качества.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gh-address-comments: https://github.com/openai/skills/blob/main/skills/.curated/gh-address-comments/SKILL.md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linear: https://github.com/openai/skills/blob/main/skills/.curated/linear/SKILL.md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notion-knowledge-capture: https://github.com/openai/skills/blob/main/skills/.curated/notion-knowledge-capture/SKILL.md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docx: https://github.com/anthropics/skills/blob/main/skills/docx/SKILL.md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agents-sdk: https://github.com/cloudflare/skills/blob/main/skills/agents-sdk/SKILL.md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https://skills.sh/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https://github.com/openai/skills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https://github.com/anthropics/skills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Диктовка полезна и вне написания skills: быстро передать задачу и контекст. После распознавания проверить имена, числа, код и отрицания. Продукт транскрибации сам по себе не обязательно агент.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Распознавание и AI-редактура: https://superwhisper.com/docs/modes/built-in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Разделение voice/language models: https://superwhisper.com/docs/security/sensitive-data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https://superwhisper.com/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Остановка на два-три вопроса. Повторить вывод блока и назвать следующий шаг.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MCP создан в Anthropic и публично представлен 25 ноября 2024 года. Это открытый стандарт подключения AI-приложений к инструментам и данным. Его ценность — единый контракт вместо отдельного способа интеграции для каждой пары клиент–сервис. Формат сообщений — JSON-RPC 2.0. Далее разбираем связь MCP с обычным API.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Anthropic: анонс MCP,25.11.2024: https://www.anthropic.com/news/model-context-protocol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MCP Base Protocol: https://modelcontextprotocol.io/specification/2026-07-28/basic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API — широкий термин для интерфейса программы. REST API трекера описывает, какие операции выполнить с задачами. MCP — конкретный открытый протокол между агентским приложением и сервером возможностей. Сервер может оборачивать REST API, обращаться к БД или запускать локальный код. Он не обязан быть тонкой обёрткой каждого endpoint: может предлагать полезную для задачи операцию.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Пример без MCP: написать в своём harness tool create_issue, его schema, обработчик ошибок и адаптер к API трекера. Это вполне рабочий вариант. С MCP тот же сервер предоставляет совместимым клиентам единый способ узнать доступные tools, передать аргументы, получить структурированный результат или ошибку. Польза растёт, когда клиентов и интеграций несколько, а сервер поддерживает команда-владелец сервиса. Стандарт не обеспечивает качество описаний, безопасность, авторизацию пользователя и бизнес-политику автоматически. HTTP-authorization имеет стандартный профиль, но доступ всё равно надо настроить; CLI и SDK тоже могут использовать токены и брокеры credentials. Протокол не является агентом: действия выбирает модель/приложение, сервер исполняет разрешённую операцию.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Skills задают процедуру работы и могут вызывать MCP, CLI или SDK. MCP также умеет предоставлять resources и prompts: это иные механизмы, не синоним папки skill. В слайде опущены wire-details ради основного различия. Актуальная спецификация датирована 2026-07-28; не выдаём «MCP 2.0» за официальный номер ревизии. MCP не является другим названием JSON-RPC: JSON-RPC задаёт формат сообщений, а MCP определяет методы и правила работы с инструментами, контекстом и возможностями клиента/сервера.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MCP architecture: https://modelcontextprotocol.io/docs/2026-07-28/learn/architecture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MCP tools: https://modelcontextprotocol.io/specification/2026-07-28/server/tools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Authorization: https://modelcontextprotocol.io/specification/2026-07-28/basic/authorization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Podlodka: MCP под капотом, полная расшифровка: https://club.podlodka.ai/catalog/sessions/mcp-pod-kapotom/transcript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MCP: JSON-RPC 2.0: https://modelcontextprotocol.io/specification/2026-07-28/basic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https://modelcontextprotocol.io/docs/2026-07-28/learn/architecture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https://club.podlodka.ai/catalog/sessions/mcp-pod-kapotom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MCP authorization: https://modelcontextprotocol.io/specification/2026-07-28/basic/authorization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Tasks: https://modelcontextprotocol.io/extensions/tasks/overview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Skills over MCP: https://modelcontextprotocol.io/extensions/skills/overview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Восемь примеров официальных или авторских MCP-серверов. GitHub — issue/PR и review; Playwright — браузерные сценарии; Context7 — документация библиотек; Figma — дизайн-контекст и компоненты; Sentry — события ошибок и диагностика; Supabase — БД и логи; Notion — страницы; Linear — задачи и проекты. Поддержка конкретных операций зависит от прав и текущего сервера. Figma ограничивает доступ поддерживаемыми клиентами, указанными в своём каталоге. Подключение MCP не означает, что агент получил право на любую запись. Для БД выбирайте минимальные права и учебный проект. Примеры показывают назначение серверов, а не утверждение, что все подключения установлены в окружении занятия.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GitHub MCP: https://github.com/github/github-mcp-server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Playwright MCP: https://github.com/microsoft/playwright-mcp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Context7 MCP: https://github.com/upstash/context7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Figma MCP: https://developers.figma.com/docs/figma-mcp-server/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Sentry MCP: https://mcp.sentry.dev/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Supabase MCP: https://supabase.com/docs/guides/ai-tools/mcp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Notion MCP: https://developers.notion.com/guides/mcp/overview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Linear MCP: https://linear.app/docs/mcp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https://registry.modelcontextprotocol.io/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Архитектура MCP: https://modelcontextprotocol.io/docs/2026-07-28/learn/architecture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Cloudflare: MCP server portals: https://developers.cloudflare.com/cloudflare-one/access-controls/ai-controls/mcp-portals/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MCP portals: general availability: https://developers.cloudflare.com/changelog/post/2026-09-24-mcp-portals-ga/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OpenCode: подключение MCP: https://opencode.ai/docs/mcp-servers/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https://registry.modelcontextprotocol.io/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https://developers.cloudflare.com/cloudflare-one/access-controls/ai-controls/mcp-portals/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Для своего сервера: описать минимальные tools с понятными аргументами и результатами, реализовать их через SDK протокола и проверить Inspector. Пример TickTick: созданная задача должна появиться в приложении. HTTP 200 и текст «готово» не заменяют проверки внешнего эффекта. Учебная запись показывает конкретный запуск, не гарантирует результат другого запуска.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MCP: текущая спецификация: https://modelcontextprotocol.io/specification/2026-07-28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Официальный TypeScript SDK: https://ts.sdk.modelcontextprotocol.io/v2/migration/support-2026-07-28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MCP Inspector: https://modelcontextprotocol.io/docs/tools/inspector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MCP Inspector: https://modelcontextprotocol.io/docs/2026-07-28/tools/inspector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MCP Tools: обработка ошибок: https://modelcontextprotocol.io/specification/2026-07-28/server/tools#error-handling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Podlodka: MCP под капотом, 13:48–15:24: https://club.podlodka.ai/catalog/sessions/mcp-pod-kapotom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Writing effective tools: https://www.anthropic.com/engineering/writing-tools-for-agents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Testing skills with evals: https://developers.openai.com/blog/eval-skills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Agent Home: https://club.podlodka.ai/catalog/sessions/kopim-lichnyi-kontekst-s-patternom-agent-home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https://modelcontextprotocol.io/docs/tools/inspector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Остановка на два-три вопроса. Повторить вывод блока и назвать следующий шаг.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Публичные примеры на 30.09.2026: Ruff — карта crates и тестовые команды, Next.js — исходники, тесты и сборка, Workers SDK — маршрутизация по пакетам и вложенные инструкции. Это реальные проекты инструментов/framework/SDK, не утверждение, что все языки приняли официальный обязательный стандарт. Хороший AGENTS.md помогает найти нужную часть проекта и проверку. Сами инструкции не заменяют permissions и не гарантируют выполнение.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OpenCode: Rules: https://opencode.ai/docs/rules/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llms.txt proposal: https://llmstxt.org/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OpenCode Rules: https://opencode.ai/docs/rules/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Agent Skills specification: https://agentskills.io/specification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Claude: path-specific rules: https://code.claude.com/docs/en/memory#path-specific-rules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Claude: per-directory CLAUDE.md: https://code.claude.com/docs/en/large-codebases#choose-between-per-directory-claudemd-and-path-scoped-rules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Ruff: AGENTS.md: https://github.com/astral-sh/ruff/blob/main/AGENTS.md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Next.js: AGENTS.md: https://github.com/vercel/next.js/blob/canary/AGENTS.md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Workers SDK: AGENTS.md: https://github.com/cloudflare/workers-sdk/blob/main/AGENTS.md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https://github.com/astral-sh/ruff/blob/main/AGENTS.md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https://github.com/vercel/next.js/blob/canary/AGENTS.md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https://github.com/cloudflare/workers-sdk/blob/main/AGENTS.md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Не обещать, что любой тест детерминирован: он должен иметь фиксированные входы и контролируемую среду. Успешная команда не доказывает полноту требований. Hook настраивается под конкретный клиент, а не просто описывается в промпте. Pre-commit может быть обойдён, серверные проверки настраивают отдельно. Фиксировать реальные ошибки вместо костылей и осмыслять падения.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Практический debug-подход: гипотеза, воспроизведение/логи, подтверждённая причина, повторная проверка. Детерминированный command hook запускается программой по событию; решение о следующей правке принимает модель. Бывают и hooks с модельными обработчиками, поэтому «все hooks детерминированы» неверно. Не путать prompt «проверяй себя» с гарантированным запуском инструмента. В учебном запуске OpenCode плагин tool.execute.after действительно запускал check.sh и передавал FAIL, затем PASS.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OpenCode Commands: https://opencode.ai/docs/commands/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OpenCode Plugins: https://opencode.ai/docs/plugins/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Git hooks: https://git-scm.com/docs/githooks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Типы grader и оценка самой проверки: https://www.anthropic.com/engineering/demystifying-evals-for-ai-agents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Не даём универсальной инструкции включить все разрешения. Показываем границы конкретного инструмента. На учебном проекте меньше цена ошибки, но не стоит подключать лишние реальные системы.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Режим Plan не у всех клиентов равен технически read-only sandbox. Проверяем, что именно ограничено в текущем инструменте. Мелкая полезная рутина: попросить объяснить diff, предложить commit message и проверить связность изменения перед commit. Текст commit проверяем по реальному diff, а commit/push выполняются в рамках разрешённого сценария.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Claude Code checkpointing limitations: https://code.claude.com/docs/en/checkpointing#limitations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OpenCode undo: https://opencode.ai/docs/tui/#undo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Claude: path-specific rules: https://code.claude.com/docs/en/memory#path-specific-rules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Claude: per-directory CLAUDE.md: https://code.claude.com/docs/en/large-codebases#choose-between-per-directory-claudemd-and-path-scoped-rules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Оба продукта могут автоматически компактировать историю; противопоставление «в Claude всё вручную, в Codex всё автоматически» неверно. В Claude доступны /context и /compact; в Codex документация PreCompact различает manual и auto. Сводка сохраняет важное по мнению процедуры/модели, но может терять условия, детали решений и неудачные попытки. Перед сменой чата полезный handoff: цель, решения, изменённые файлы, выполненные проверки, оставшиеся вопросы. Долгая память хранится вне текущего разговора и не меняет веса модели. Её нужно версионировать и актуализировать. Поиск по коду: rg подходит для точного текста, AST/LSP для определений/вызовов, RAG для подходящих по смыслу фрагментов. Индекс может устареть; найденное нужно сопоставить с исходником. Prompt cache повторно использует вычисление/часть входа и иногда снижает цену, но контент всё равно учитывается в размере запроса.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Podlodka: Agent Home, 21:01–24:33: https://club.podlodka.ai/catalog/sessions/kopim-lichnyi-kontekst-s-patternom-agent-home/transcript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OpenCode compaction: https://opencode.ai/docs/config/#compaction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LSP: устройство языкового сервера: https://code.visualstudio.com/api/language-extensions/language-server-extension-guide#why-language-server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Aider: repo map: https://aider.chat/docs/repomap.html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OpenCode: Rules: https://opencode.ai/docs/rules/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Browser and preview: https://learn.chatgpt.com/docs/browser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 review: https://learn.chatgpt.com/docs/code-review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Unattended routines: https://code.claude.com/docs/en/routines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Типы grader и оценка самой проверки: https://www.anthropic.com/engineering/demystifying-evals-for-ai-agents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Claude: context management: https://code.claude.com/docs/en/how-claude-code-works#when-context-fills-up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Codex: auto compaction: https://learn.chatgpt.com/docs/hooks#precompact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Agent Home: память: https://club.podlodka.ai/catalog/sessions/kopim-lichnyi-kontekst-s-patternom-agent-home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Prompt caching: https://developers.openai.com/api/docs/guides/prompt-caching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https://code.claude.com/docs/en/how-claude-code-works#when-context-fills-up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https://learn.chatgpt.com/docs/hooks#precompact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https://club.podlodka.ai/catalog/sessions/kopim-lichnyi-kontekst-s-patternom-agent-home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Основной агент может выбирать делегирование моделью, а workflow может задавать его программно. Уточняем границы входа/выхода и кто принимает результат. Параллелим независимые задачи, не создаём несколько конкурирующих редакторов одного файла без координации.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Ветка — это не второй набор файлов в том же каталоге. Когда два агента пишут в один checkout, они могут читать и перетирать промежуточные изменения друг друга. Worktree даёт отдельные рабочие каталоги со своими состояниями, сохраняя общие Git-объекты. Но два сервиса всё ещё могут занять один порт, а две правки — по-разному назвать поле API. Поэтому заранее договариваемся о контракте и проверяем интеграцию после объединения. Worktree полезен для параллельных изменений; для одного небольшого поручения он не является обязательным ритуалом.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Отдельные рабочие каталоги уменьшают конфликты файлов, но не изолируют все внешние ресурсы. Договорённость о границах записи и общий API-контракт нужны отдельно.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Git worktree: https://git-scm.com/docs/git-worktree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https://git-scm.com/docs/git-worktree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Запуск по событию и цикл повторных итераций различаются. Доступ по подписке и API зависит от клиента/сценария и условий поставщика, не делаем универсальных заявлений о банах.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Для Ralph объясняем три ответственности: внешний цикл перезапускает исполнение; агент выбирает шаг; проверка и условия остановки решают, можно ли продолжать. В варианте со свежими сессиями агент должен заново прочитать задачу, список проверок и сохранённый прогресс из файлов/Git. Не каждая реализация обязана стирать контекст. Нужны лимиты итераций/времени/стоимости и прекращение при повторяющейся блокировке. /goal — отдельная встроенная возможность Codex с собственной семантикой продолжения; не выдаём её за синоним любого bash-цикла.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Using goals in Codex: цель, ограничения и завершение: https://developers.openai.com/cookbook/examples/codex/using_goals_in_codex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Long-running harnesses: https://www.anthropic.com/engineering/effective-harnesses-for-long-running-agents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Ralph: исходный материал: https://ghuntley.com/ralph/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Using goals in Codex: https://developers.openai.com/cookbook/examples/codex/using_goals_in_codex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https://developers.openai.com/cookbook/examples/codex/using_goals_in_codex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https://www.anthropic.com/engineering/effective-harnesses-for-long-running-agents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Личный рабочий опыт. Для учебного AI-review-продукта отличать reviewer как продукт студента и помощника для проверки его реализации. Замечания reviewer требуют проверки: уверенный ответ сам по себе не доказывает дефект.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Podlodka: полезный AI Code Review, 18:09–28:30: https://club.podlodka.ai/catalog/sessions/kak-nastroit-poleznyi-ai-code-review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Codex automation 1: https://learn.chatgpt.com/docs/non-interactive-mode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Codex automation 2: https://learn.chatgpt.com/docs/github-action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Остановка на два-три вопроса. Повторить вывод блока и назвать следующий шаг.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Человек и команда задают цель, критерии готовности и принимают результат. Работу и проверки можно поручить агенту; решение о выпуске опирается на оценку кода, фактического поведения и рисков. Инженерная ответственность распределяется между разработчиком, ревьюером, продуктом и организацией по их ролям. Это не универсальное утверждение о персональной юридической ответственности: она зависит от роли и контекста. Пример ошибки беспилотника гипотетический, без ссылки на конкретную аварию. Глубина проверки зависит от цены ошибки.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Короткий промпт работает благодаря подготовленному контексту, процедурам и инструментам, а фактический результат принимает человек. Планка качества для AI-кода не ниже, чем для ручного. Пример self-driving car показывает последствия решения о выпуске: проверять нужно свойства системы, а не уверенность ответа агента. Ответственность инженера и организации за принятые решения не исчезает при использовании инструмента.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Для проверки нужны реальные tool events, file:line и проверяемые выводы. У сервисного изменения проверяем фактический внешний эффект, актуальное состояние и ограничения проверки. Сопоставляем цель изменения, текущий diff и достаточные доказательства результата. Сообщение агента «готово» и идентификатор вызова сами по себе не подтверждают нужного состояния внешней системы.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Ответственность за приёмку остаётся у инженера. Это распределение решений и доказательств, а не гарантия сохранности всех профессий. Готовый ответ агента не заменяет сопоставление требования, текущего diff и реального результата.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 — рычаг, но инженеру нужна точка опоры в знаниях и мышлении. Сила рычага зависит от того, умеет ли инженер сформулировать цель и критерий результата, делегировать агентам работу с достаточным контекстом и инструментами, а затем согласовать и проверить полученное. Это не утверждение о численном приросте продуктивности или гарантии по уровню квалификации. Начинающему AI может помогать в обучении; без понимания результата можно масштабировать ошибки. Важные инженерные действия сохраняются: правильный вопрос меняет направление исследования, найденный контракт меняет реализацию, архитектурное понимание помогает заметить плохое решение. Уровень управления выше, а критерий завершения не заменяется бесконечным «сделай лучше».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OpenCode: Rules: https://opencode.ai/docs/rules/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Browser and preview: https://learn.chatgpt.com/docs/browser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 review: https://learn.chatgpt.com/docs/code-review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Unattended routines: https://code.claude.com/docs/en/routines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Типы grader и оценка самой проверки: https://www.anthropic.com/engineering/demystifying-evals-for-ai-agents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d274fa8c94c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c1569237ba45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c0c7579ddf47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2f758a215240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1ee98cd4a42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281c52b8b4ba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e0d003d2e941a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892b0dfad4b9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7a888c9d2412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dda58cdc6c4d4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825c80c2f429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d1f90d82246c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30f3b3d7b49a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5d92feb5fb40d8" /><Relationship Type="http://schemas.openxmlformats.org/officeDocument/2006/relationships/image" Target="/ppt/media/image.png" Id="Rb37800e057124a8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288de7c38d475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10a00db5c1485b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e795d89d2410f" /><Relationship Type="http://schemas.openxmlformats.org/officeDocument/2006/relationships/image" Target="/ppt/media/image2.png" Id="Reb6711ae4931484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2d48963a354de4" /><Relationship Type="http://schemas.openxmlformats.org/officeDocument/2006/relationships/image" Target="/ppt/media/image2.png" Id="R94d369bda0134e4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14d4bb08514266" /><Relationship Type="http://schemas.openxmlformats.org/officeDocument/2006/relationships/image" Target="/ppt/media/image2.png" Id="R71d3d0d3fb4c4439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4eda0a07144e5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2a4d959494c1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b43231e31427d" /><Relationship Type="http://schemas.openxmlformats.org/officeDocument/2006/relationships/image" Target="/ppt/media/image3.png" Id="Rd02dbbd8f9634667" /><Relationship Type="http://schemas.openxmlformats.org/officeDocument/2006/relationships/image" Target="/ppt/media/image4.png" Id="R696a971ced014eae" /><Relationship Type="http://schemas.openxmlformats.org/officeDocument/2006/relationships/image" Target="/ppt/media/image5.png" Id="Raafd0807dca140d3" /><Relationship Type="http://schemas.openxmlformats.org/officeDocument/2006/relationships/image" Target="/ppt/media/image6.png" Id="R9b12dc79b70c43fd" /><Relationship Type="http://schemas.openxmlformats.org/officeDocument/2006/relationships/image" Target="/ppt/media/image7.png" Id="R93e9f0aebc924b1d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68d57e1c6442a" /><Relationship Type="http://schemas.openxmlformats.org/officeDocument/2006/relationships/image" Target="/ppt/media/image.png" Id="R0577dca9289c41e3" /><Relationship Type="http://schemas.openxmlformats.org/officeDocument/2006/relationships/image" Target="/ppt/media/image8.png" Id="R6f6cc0a5a97f44f0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699afcca84e2f" /><Relationship Type="http://schemas.openxmlformats.org/officeDocument/2006/relationships/image" Target="/ppt/media/image.png" Id="Rce3b922e2d07425a" /><Relationship Type="http://schemas.openxmlformats.org/officeDocument/2006/relationships/image" Target="/ppt/media/image8.png" Id="Ra741cff3cd0b4aeb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68d8054b24a27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5111628e9c4ad3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6627a295914f4d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ba18bb2e4d94639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5e6860c4eb440aa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74cbf55cbf48f7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8c6a9f56f24b2e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1dd64727b14d9f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13918dee3c408c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4f227cad904eb6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a4384b5c8d4bbb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3b606a76b94493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155E1EFC-34E4-4C5D-9FE5-63DC5455DE6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14E32804-5B6C-4E1D-8178-49657C866B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C724FB6E-FBD7-477C-A767-05D719161B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D6E53162-7E7D-4129-AAD3-F8B9F38CA4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54D51984-4154-4400-9BE4-9B40B2FBE8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88157655-FA46-4F78-B9B6-E9212B63CA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B29A6B27-3E5B-4B9D-B9AD-1488160B69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52E7A7DA-2EE9-4A8E-BEE6-08D1EE8AF8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BA415E8E-0B01-4419-AAA2-6F74A4C6FE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AB691333-727B-484D-BCBB-AF4CC2EE40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4DE970C4-CAFD-4C24-A3F8-353A496F508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CF16008C-466A-432F-9B9C-413ADCA1D3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BA6D4590-20AE-4838-A0AB-69FD2BC801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F7BF6796-35B2-4243-B524-5A56F10836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12A1D150-D032-4242-B316-303D9CFD71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84CB04E5-5513-44B9-B9B9-8D1E569946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3DFF8048-20DC-436F-A5FC-F33F48F7D1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FAE4490E-3AE4-4C41-8A3A-9D462DA37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8ADE92FC-A090-40E6-A7CB-0F7736A56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956B8B8A-FD1A-4BF7-A47B-94E0CAA4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ED65A2EC-CD33-469C-84E7-CE950DCB73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E805EE67-0D85-4E8E-BC5C-9558F0292B3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3051B380-13CE-4350-B82D-A73338A506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1F934676-F85A-480F-B524-1D3076C4D2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7FC66282-1B93-4769-A14E-6F3FA0CAA0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3D8F7B06-1A10-4EBC-837F-DD47CAD738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06741A37-6BAE-4E4B-A641-8CA2351C26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54AC8EAA-5F50-4ED7-A60C-1680A5F3C1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FBD9AF55-0147-49E4-AEE3-7986DFF221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B54ED7A1-B1BC-47F0-BB5A-279A621729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Титульный слайд 1">
  <p:cSld name="TITLE_1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matchingName="TITLE">
  <p:cSld name="TITLE_1_5">
    <p:bg>
      <p:bgPr>
        <a:solidFill xmlns:a="http://schemas.openxmlformats.org/drawingml/2006/main">
          <a:srgbClr val="FB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Google Shape;52;p14">
            <a:extLst xmlns:a="http://schemas.openxmlformats.org/drawingml/2006/main">
              <a:ext uri="{FF2B5EF4-FFF2-40B4-BE49-F238E27FC236}">
                <a16:creationId xmlns:a16="http://schemas.microsoft.com/office/drawing/2014/main" id="{0FB43D5D-A293-4059-8D36-A29A3B5D38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32593" y="427925"/>
            <a:ext cx="3694500" cy="31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53" name="Google Shape;53;p14">
            <a:extLst xmlns:a="http://schemas.openxmlformats.org/drawingml/2006/main">
              <a:ext uri="{FF2B5EF4-FFF2-40B4-BE49-F238E27FC236}">
                <a16:creationId xmlns:a16="http://schemas.microsoft.com/office/drawing/2014/main" id="{6E9E0E1B-CA10-4FB1-AA05-F481007782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32593" y="2222654"/>
            <a:ext cx="7091100" cy="201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marR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5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○"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■"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54" name="Google Shape;54;p14">
            <a:extLst xmlns:a="http://schemas.openxmlformats.org/drawingml/2006/main">
              <a:ext uri="{FF2B5EF4-FFF2-40B4-BE49-F238E27FC236}">
                <a16:creationId xmlns:a16="http://schemas.microsoft.com/office/drawing/2014/main" id="{2E0885C7-02EC-4795-92CB-C68E79AB62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4601" y="842516"/>
            <a:ext cx="7091100" cy="100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matchingName="1_Титульный слайд">
  <p:cSld name="1_Титульный слайд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5" name="Google Shape;56;p15">
            <a:extLst xmlns:a="http://schemas.openxmlformats.org/drawingml/2006/main">
              <a:ext uri="{FF2B5EF4-FFF2-40B4-BE49-F238E27FC236}">
                <a16:creationId xmlns:a16="http://schemas.microsoft.com/office/drawing/2014/main" id="{7B70836E-B000-486D-96C2-76E1FA6E13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37800e057124a83">
            <a:alphaModFix/>
          </a:blip>
          <a:srcRect xmlns:a="http://schemas.openxmlformats.org/drawingml/2006/main" l="35909" t="51598" r="14500" b="9954"/>
          <a:stretch xmlns:a="http://schemas.openxmlformats.org/drawingml/2006/main"/>
        </p:blipFill>
        <p:spPr>
          <a:xfrm xmlns:a="http://schemas.openxmlformats.org/drawingml/2006/main" rot="-5812477">
            <a:off x="4892038" y="944832"/>
            <a:ext cx="5584789" cy="43296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Google Shape;57;p15">
            <a:extLst xmlns:a="http://schemas.openxmlformats.org/drawingml/2006/main">
              <a:ext uri="{FF2B5EF4-FFF2-40B4-BE49-F238E27FC236}">
                <a16:creationId xmlns:a16="http://schemas.microsoft.com/office/drawing/2014/main" id="{C673ADA4-B894-495C-BBAC-6832285EFA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60454" y="2321377"/>
            <a:ext cx="6989100" cy="15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pic>
        <p:nvPicPr>
          <p:cNvPr id="67" name="Google Shape;58;p15">
            <a:extLst xmlns:a="http://schemas.openxmlformats.org/drawingml/2006/main">
              <a:ext uri="{FF2B5EF4-FFF2-40B4-BE49-F238E27FC236}">
                <a16:creationId xmlns:a16="http://schemas.microsoft.com/office/drawing/2014/main" id="{C11111E1-BE89-42A8-BE35-5F71300A8D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37800e057124a83">
            <a:alphaModFix/>
          </a:blip>
          <a:srcRect xmlns:a="http://schemas.openxmlformats.org/drawingml/2006/main" l="19731" t="52324" r="69271" b="9228"/>
          <a:stretch xmlns:a="http://schemas.openxmlformats.org/drawingml/2006/main"/>
        </p:blipFill>
        <p:spPr>
          <a:xfrm xmlns:a="http://schemas.openxmlformats.org/drawingml/2006/main" rot="-6088451">
            <a:off x="1240180" y="-697708"/>
            <a:ext cx="1238546" cy="43296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9" name="Google Shape;59;p15">
            <a:extLst xmlns:a="http://schemas.openxmlformats.org/drawingml/2006/main">
              <a:ext uri="{FF2B5EF4-FFF2-40B4-BE49-F238E27FC236}">
                <a16:creationId xmlns:a16="http://schemas.microsoft.com/office/drawing/2014/main" id="{748AF837-1D9B-4781-A348-65DEA74B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672" y="4199616"/>
            <a:ext cx="620700" cy="6207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FFC7EC">
                  <a:alpha val="60000"/>
                </a:srgbClr>
              </a:gs>
              <a:gs pos="99000">
                <a:srgbClr val="A78AE5">
                  <a:alpha val="60000"/>
                </a:srgbClr>
              </a:gs>
              <a:gs pos="100000">
                <a:srgbClr val="A78AE5">
                  <a:alpha val="60000"/>
                </a:srgbClr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Google Shape;60;p15">
            <a:extLst xmlns:a="http://schemas.openxmlformats.org/drawingml/2006/main">
              <a:ext uri="{FF2B5EF4-FFF2-40B4-BE49-F238E27FC236}">
                <a16:creationId xmlns:a16="http://schemas.microsoft.com/office/drawing/2014/main" id="{4CDCAE98-F9AB-46DA-AAF0-68601222CF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39440" y="4468634"/>
            <a:ext cx="6135300" cy="22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1" name="Google Shape;61;p15">
            <a:extLst xmlns:a="http://schemas.openxmlformats.org/drawingml/2006/main">
              <a:ext uri="{FF2B5EF4-FFF2-40B4-BE49-F238E27FC236}">
                <a16:creationId xmlns:a16="http://schemas.microsoft.com/office/drawing/2014/main" id="{D1F0BEE4-5406-4BCF-810D-2546E1B69A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239441" y="4242197"/>
            <a:ext cx="6135300" cy="22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2" name="Google Shape;62;p15">
            <a:extLst xmlns:a="http://schemas.openxmlformats.org/drawingml/2006/main">
              <a:ext uri="{FF2B5EF4-FFF2-40B4-BE49-F238E27FC236}">
                <a16:creationId xmlns:a16="http://schemas.microsoft.com/office/drawing/2014/main" id="{F5ED21D2-1D58-459D-AE15-682460A21A76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360450" y="4153804"/>
            <a:ext cx="620700" cy="620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5.xml><?xml version="1.0" encoding="utf-8"?>
<p:sldLayout xmlns:p="http://schemas.openxmlformats.org/presentationml/2006/main" matchingName="2_Инф о спикере">
  <p:cSld name="2_Инф о спикер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16">
            <a:extLst xmlns:a="http://schemas.openxmlformats.org/drawingml/2006/main">
              <a:ext uri="{FF2B5EF4-FFF2-40B4-BE49-F238E27FC236}">
                <a16:creationId xmlns:a16="http://schemas.microsoft.com/office/drawing/2014/main" id="{07982E2A-2B3E-462E-94D9-C3297E59DE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08459" y="1570992"/>
            <a:ext cx="3676200" cy="46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5" name="Google Shape;65;p16">
            <a:extLst xmlns:a="http://schemas.openxmlformats.org/drawingml/2006/main">
              <a:ext uri="{FF2B5EF4-FFF2-40B4-BE49-F238E27FC236}">
                <a16:creationId xmlns:a16="http://schemas.microsoft.com/office/drawing/2014/main" id="{FAB31E2A-00CE-476F-846A-783827A3EB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08459" y="2417203"/>
            <a:ext cx="3676200" cy="46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6" name="Google Shape;66;p16">
            <a:extLst xmlns:a="http://schemas.openxmlformats.org/drawingml/2006/main">
              <a:ext uri="{FF2B5EF4-FFF2-40B4-BE49-F238E27FC236}">
                <a16:creationId xmlns:a16="http://schemas.microsoft.com/office/drawing/2014/main" id="{B1BECC3B-00D0-4F81-A33E-CEAEC5E28D4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008459" y="3263413"/>
            <a:ext cx="3676200" cy="46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7" name="Google Shape;67;p16">
            <a:extLst xmlns:a="http://schemas.openxmlformats.org/drawingml/2006/main">
              <a:ext uri="{FF2B5EF4-FFF2-40B4-BE49-F238E27FC236}">
                <a16:creationId xmlns:a16="http://schemas.microsoft.com/office/drawing/2014/main" id="{BA3CFE89-608F-4AC1-B737-68C6879DD39C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1008459" y="4109465"/>
            <a:ext cx="3676200" cy="46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8" name="Google Shape;68;p16">
            <a:extLst xmlns:a="http://schemas.openxmlformats.org/drawingml/2006/main">
              <a:ext uri="{FF2B5EF4-FFF2-40B4-BE49-F238E27FC236}">
                <a16:creationId xmlns:a16="http://schemas.microsoft.com/office/drawing/2014/main" id="{11EA3781-28BA-40C2-BB3F-05BCFD7DCD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1025" y="372689"/>
            <a:ext cx="6978300" cy="52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69" name="Google Shape;69;p16">
            <a:extLst xmlns:a="http://schemas.openxmlformats.org/drawingml/2006/main">
              <a:ext uri="{FF2B5EF4-FFF2-40B4-BE49-F238E27FC236}">
                <a16:creationId xmlns:a16="http://schemas.microsoft.com/office/drawing/2014/main" id="{E402DB64-601C-4EAB-80DF-1DC3A2965E81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291025" y="874685"/>
            <a:ext cx="4338300" cy="23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1" i="0">
                <a:latin typeface="Montserrat SemiBold"/>
                <a:ea typeface="Montserrat SemiBold"/>
                <a:cs typeface="Montserrat SemiBold"/>
              </a:defRPr>
            </a:lvl1pPr>
            <a:lvl2pPr marL="9144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2pPr>
            <a:lvl3pPr marL="13716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/>
            </a:lvl3pPr>
            <a:lvl4pPr marL="18288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800"/>
              <a:buNone/>
              <a:defRPr/>
            </a:lvl4pPr>
            <a:lvl5pPr marL="22860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800"/>
              <a:buNone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E4254151-AEF5-4A3E-ABC0-73664BA7561A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5088263" y="1117631"/>
            <a:ext cx="3854100" cy="382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6">
            <a:extLst xmlns:a="http://schemas.openxmlformats.org/drawingml/2006/main">
              <a:ext uri="{FF2B5EF4-FFF2-40B4-BE49-F238E27FC236}">
                <a16:creationId xmlns:a16="http://schemas.microsoft.com/office/drawing/2014/main" id="{F4691759-9889-4BD9-AF16-69CF13FD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8" y="4086382"/>
            <a:ext cx="513900" cy="5139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9D6A8">
                  <a:alpha val="49804"/>
                </a:srgbClr>
              </a:gs>
              <a:gs pos="96000">
                <a:srgbClr val="00AAFF"/>
              </a:gs>
              <a:gs pos="100000">
                <a:srgbClr val="00AAFF"/>
              </a:gs>
            </a:gsLst>
            <a:lin ang="2700006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Google Shape;72;p16">
            <a:extLst xmlns:a="http://schemas.openxmlformats.org/drawingml/2006/main">
              <a:ext uri="{FF2B5EF4-FFF2-40B4-BE49-F238E27FC236}">
                <a16:creationId xmlns:a16="http://schemas.microsoft.com/office/drawing/2014/main" id="{756B87E8-B1C0-4BB4-92CE-2FA792C6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8" y="3240170"/>
            <a:ext cx="513900" cy="5139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9D6A8">
                  <a:alpha val="49804"/>
                </a:srgbClr>
              </a:gs>
              <a:gs pos="96000">
                <a:srgbClr val="00AAFF"/>
              </a:gs>
              <a:gs pos="100000">
                <a:srgbClr val="00AAFF"/>
              </a:gs>
            </a:gsLst>
            <a:lin ang="2700006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Google Shape;73;p16">
            <a:extLst xmlns:a="http://schemas.openxmlformats.org/drawingml/2006/main">
              <a:ext uri="{FF2B5EF4-FFF2-40B4-BE49-F238E27FC236}">
                <a16:creationId xmlns:a16="http://schemas.microsoft.com/office/drawing/2014/main" id="{EB36D7E5-600C-4FF7-A1FC-FECDF84E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8" y="2393960"/>
            <a:ext cx="513900" cy="5139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9D6A8">
                  <a:alpha val="49804"/>
                </a:srgbClr>
              </a:gs>
              <a:gs pos="96000">
                <a:srgbClr val="00AAFF"/>
              </a:gs>
              <a:gs pos="100000">
                <a:srgbClr val="00AAFF"/>
              </a:gs>
            </a:gsLst>
            <a:lin ang="2700006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Google Shape;74;p16">
            <a:extLst xmlns:a="http://schemas.openxmlformats.org/drawingml/2006/main">
              <a:ext uri="{FF2B5EF4-FFF2-40B4-BE49-F238E27FC236}">
                <a16:creationId xmlns:a16="http://schemas.microsoft.com/office/drawing/2014/main" id="{DD3D8485-A2F7-44C4-85E8-7B407A5C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38" y="1547749"/>
            <a:ext cx="513900" cy="5139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9D6A8">
                  <a:alpha val="49804"/>
                </a:srgbClr>
              </a:gs>
              <a:gs pos="96000">
                <a:srgbClr val="00AAFF"/>
              </a:gs>
              <a:gs pos="100000">
                <a:srgbClr val="00AAFF"/>
              </a:gs>
            </a:gsLst>
            <a:lin ang="2700006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а">
  <p:cSld name="а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matchingName="3_Команда_3">
  <p:cSld name="3_Команда_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2" name="Google Shape;77;p18">
            <a:extLst xmlns:a="http://schemas.openxmlformats.org/drawingml/2006/main">
              <a:ext uri="{FF2B5EF4-FFF2-40B4-BE49-F238E27FC236}">
                <a16:creationId xmlns:a16="http://schemas.microsoft.com/office/drawing/2014/main" id="{97910E6F-4101-48C7-A06C-4CADC17BB8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6711ae49314840">
            <a:alphaModFix/>
          </a:blip>
          <a:srcRect xmlns:a="http://schemas.openxmlformats.org/drawingml/2006/main" l="19254" t="2849" r="21704" b="24105"/>
          <a:stretch xmlns:a="http://schemas.openxmlformats.org/drawingml/2006/main"/>
        </p:blipFill>
        <p:spPr>
          <a:xfrm xmlns:a="http://schemas.openxmlformats.org/drawingml/2006/main">
            <a:off x="1" y="0"/>
            <a:ext cx="9144000" cy="5143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8">
            <a:extLst xmlns:a="http://schemas.openxmlformats.org/drawingml/2006/main">
              <a:ext uri="{FF2B5EF4-FFF2-40B4-BE49-F238E27FC236}">
                <a16:creationId xmlns:a16="http://schemas.microsoft.com/office/drawing/2014/main" id="{B16D8B21-8077-4130-9CDE-B17FE735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96" y="1409691"/>
            <a:ext cx="2014800" cy="2014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Google Shape;79;p18">
            <a:extLst xmlns:a="http://schemas.openxmlformats.org/drawingml/2006/main">
              <a:ext uri="{FF2B5EF4-FFF2-40B4-BE49-F238E27FC236}">
                <a16:creationId xmlns:a16="http://schemas.microsoft.com/office/drawing/2014/main" id="{AED424DF-CC02-486B-BE3A-D42DEC1E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2609" y="1409691"/>
            <a:ext cx="2014800" cy="2014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Google Shape;80;p18">
            <a:extLst xmlns:a="http://schemas.openxmlformats.org/drawingml/2006/main">
              <a:ext uri="{FF2B5EF4-FFF2-40B4-BE49-F238E27FC236}">
                <a16:creationId xmlns:a16="http://schemas.microsoft.com/office/drawing/2014/main" id="{D4B1BE65-62C8-4684-90DF-CF5686A1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721" y="1409691"/>
            <a:ext cx="2014800" cy="2014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Google Shape;81;p18">
            <a:extLst xmlns:a="http://schemas.openxmlformats.org/drawingml/2006/main">
              <a:ext uri="{FF2B5EF4-FFF2-40B4-BE49-F238E27FC236}">
                <a16:creationId xmlns:a16="http://schemas.microsoft.com/office/drawing/2014/main" id="{B233EEB2-E08A-4593-8AF0-4D4D56C0DC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1025" y="372689"/>
            <a:ext cx="6978300" cy="52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82" name="Google Shape;82;p18">
            <a:extLst xmlns:a="http://schemas.openxmlformats.org/drawingml/2006/main">
              <a:ext uri="{FF2B5EF4-FFF2-40B4-BE49-F238E27FC236}">
                <a16:creationId xmlns:a16="http://schemas.microsoft.com/office/drawing/2014/main" id="{360ED4EF-E843-4F99-881F-A4E84E49A3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916030" y="3795215"/>
            <a:ext cx="22137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>
                <a:latin typeface="Montserrat"/>
                <a:ea typeface="Montserrat"/>
                <a:cs typeface="Montserrat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3" name="Google Shape;83;p18">
            <a:extLst xmlns:a="http://schemas.openxmlformats.org/drawingml/2006/main">
              <a:ext uri="{FF2B5EF4-FFF2-40B4-BE49-F238E27FC236}">
                <a16:creationId xmlns:a16="http://schemas.microsoft.com/office/drawing/2014/main" id="{D577D269-17AA-4D16-9C83-5FB8486215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70500" y="3626168"/>
            <a:ext cx="21048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4" name="Google Shape;84;p18">
            <a:extLst xmlns:a="http://schemas.openxmlformats.org/drawingml/2006/main">
              <a:ext uri="{FF2B5EF4-FFF2-40B4-BE49-F238E27FC236}">
                <a16:creationId xmlns:a16="http://schemas.microsoft.com/office/drawing/2014/main" id="{775C38D2-1797-466C-856A-3505611C567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312134" y="3795215"/>
            <a:ext cx="22137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>
                <a:latin typeface="Montserrat"/>
                <a:ea typeface="Montserrat"/>
                <a:cs typeface="Montserrat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5" name="Google Shape;85;p18">
            <a:extLst xmlns:a="http://schemas.openxmlformats.org/drawingml/2006/main">
              <a:ext uri="{FF2B5EF4-FFF2-40B4-BE49-F238E27FC236}">
                <a16:creationId xmlns:a16="http://schemas.microsoft.com/office/drawing/2014/main" id="{51EB05D1-63BF-4632-99B3-ED3DE927E80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366604" y="3626168"/>
            <a:ext cx="21048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6" name="Google Shape;86;p18">
            <a:extLst xmlns:a="http://schemas.openxmlformats.org/drawingml/2006/main">
              <a:ext uri="{FF2B5EF4-FFF2-40B4-BE49-F238E27FC236}">
                <a16:creationId xmlns:a16="http://schemas.microsoft.com/office/drawing/2014/main" id="{719BC883-9C20-4D79-AF93-33682CCB2623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40383" y="3795215"/>
            <a:ext cx="22137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>
                <a:latin typeface="Montserrat"/>
                <a:ea typeface="Montserrat"/>
                <a:cs typeface="Montserrat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7" name="Google Shape;87;p18">
            <a:extLst xmlns:a="http://schemas.openxmlformats.org/drawingml/2006/main">
              <a:ext uri="{FF2B5EF4-FFF2-40B4-BE49-F238E27FC236}">
                <a16:creationId xmlns:a16="http://schemas.microsoft.com/office/drawing/2014/main" id="{FCC15A05-B33B-4BBF-A2FB-B7BE467B0097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794854" y="3626168"/>
            <a:ext cx="21048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8" name="Google Shape;88;p18">
            <a:extLst xmlns:a="http://schemas.openxmlformats.org/drawingml/2006/main">
              <a:ext uri="{FF2B5EF4-FFF2-40B4-BE49-F238E27FC236}">
                <a16:creationId xmlns:a16="http://schemas.microsoft.com/office/drawing/2014/main" id="{FBB5E377-2257-424E-9148-6511A9B448D1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898607" y="1502660"/>
            <a:ext cx="1897200" cy="18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9" name="Google Shape;89;p18">
            <a:extLst xmlns:a="http://schemas.openxmlformats.org/drawingml/2006/main">
              <a:ext uri="{FF2B5EF4-FFF2-40B4-BE49-F238E27FC236}">
                <a16:creationId xmlns:a16="http://schemas.microsoft.com/office/drawing/2014/main" id="{308F1B0C-3676-4A1C-A5DF-021171DA54F9}"/>
              </a:ext>
            </a:extLst>
          </p:cNvPr>
          <p:cNvSpPr>
            <a:spLocks xmlns:a="http://schemas.openxmlformats.org/drawingml/2006/main" noGrp="1"/>
          </p:cNvSpPr>
          <p:nvPr>
            <p:ph type="pic" idx="8"/>
          </p:nvPr>
        </p:nvSpPr>
        <p:spPr>
          <a:xfrm xmlns:a="http://schemas.openxmlformats.org/drawingml/2006/main">
            <a:off x="3486430" y="1502660"/>
            <a:ext cx="1897200" cy="18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0" name="Google Shape;90;p18">
            <a:extLst xmlns:a="http://schemas.openxmlformats.org/drawingml/2006/main">
              <a:ext uri="{FF2B5EF4-FFF2-40B4-BE49-F238E27FC236}">
                <a16:creationId xmlns:a16="http://schemas.microsoft.com/office/drawing/2014/main" id="{2649783B-4FC0-4374-8934-B67AC77E1788}"/>
              </a:ext>
            </a:extLst>
          </p:cNvPr>
          <p:cNvSpPr>
            <a:spLocks xmlns:a="http://schemas.openxmlformats.org/drawingml/2006/main" noGrp="1"/>
          </p:cNvSpPr>
          <p:nvPr>
            <p:ph type="pic" idx="9"/>
          </p:nvPr>
        </p:nvSpPr>
        <p:spPr>
          <a:xfrm xmlns:a="http://schemas.openxmlformats.org/drawingml/2006/main">
            <a:off x="6074253" y="1502660"/>
            <a:ext cx="1897200" cy="18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8.xml><?xml version="1.0" encoding="utf-8"?>
<p:sldLayout xmlns:p="http://schemas.openxmlformats.org/presentationml/2006/main" matchingName="3_Команда_5">
  <p:cSld name="3_Команда_5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5" name="Google Shape;92;p19">
            <a:extLst xmlns:a="http://schemas.openxmlformats.org/drawingml/2006/main">
              <a:ext uri="{FF2B5EF4-FFF2-40B4-BE49-F238E27FC236}">
                <a16:creationId xmlns:a16="http://schemas.microsoft.com/office/drawing/2014/main" id="{ADFA3F62-1B1E-4A59-B8EB-22D9105CA6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d369bda0134e41">
            <a:alphaModFix/>
          </a:blip>
          <a:srcRect xmlns:a="http://schemas.openxmlformats.org/drawingml/2006/main" l="19254" t="2849" r="21704" b="24105"/>
          <a:stretch xmlns:a="http://schemas.openxmlformats.org/drawingml/2006/main"/>
        </p:blipFill>
        <p:spPr>
          <a:xfrm xmlns:a="http://schemas.openxmlformats.org/drawingml/2006/main">
            <a:off x="1" y="0"/>
            <a:ext cx="9144000" cy="5143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3" name="Google Shape;93;p19">
            <a:extLst xmlns:a="http://schemas.openxmlformats.org/drawingml/2006/main">
              <a:ext uri="{FF2B5EF4-FFF2-40B4-BE49-F238E27FC236}">
                <a16:creationId xmlns:a16="http://schemas.microsoft.com/office/drawing/2014/main" id="{38423223-65E4-45D7-B664-68E884A8BA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747" y="3345035"/>
            <a:ext cx="15120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0" i="0">
                <a:latin typeface="Montserrat"/>
                <a:ea typeface="Montserrat"/>
                <a:cs typeface="Montserrat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4" name="Google Shape;94;p19">
            <a:extLst xmlns:a="http://schemas.openxmlformats.org/drawingml/2006/main">
              <a:ext uri="{FF2B5EF4-FFF2-40B4-BE49-F238E27FC236}">
                <a16:creationId xmlns:a16="http://schemas.microsoft.com/office/drawing/2014/main" id="{821D11A8-6D1E-46A5-9E74-C4D5C99A19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1025" y="372689"/>
            <a:ext cx="6978300" cy="52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95" name="Google Shape;95;p19">
            <a:extLst xmlns:a="http://schemas.openxmlformats.org/drawingml/2006/main">
              <a:ext uri="{FF2B5EF4-FFF2-40B4-BE49-F238E27FC236}">
                <a16:creationId xmlns:a16="http://schemas.microsoft.com/office/drawing/2014/main" id="{5C31EE28-9D21-47C2-97D6-C178FE77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48" y="2021497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Google Shape;96;p19">
            <a:extLst xmlns:a="http://schemas.openxmlformats.org/drawingml/2006/main">
              <a:ext uri="{FF2B5EF4-FFF2-40B4-BE49-F238E27FC236}">
                <a16:creationId xmlns:a16="http://schemas.microsoft.com/office/drawing/2014/main" id="{C4FC5195-9CAD-4B12-AB63-B7FC48C3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539" y="2021497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Google Shape;97;p19">
            <a:extLst xmlns:a="http://schemas.openxmlformats.org/drawingml/2006/main">
              <a:ext uri="{FF2B5EF4-FFF2-40B4-BE49-F238E27FC236}">
                <a16:creationId xmlns:a16="http://schemas.microsoft.com/office/drawing/2014/main" id="{51A6DA0D-8A26-4653-8C38-213223F4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730" y="2021497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Google Shape;98;p19">
            <a:extLst xmlns:a="http://schemas.openxmlformats.org/drawingml/2006/main">
              <a:ext uri="{FF2B5EF4-FFF2-40B4-BE49-F238E27FC236}">
                <a16:creationId xmlns:a16="http://schemas.microsoft.com/office/drawing/2014/main" id="{38413405-08DE-42B8-9A83-27950FCF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922" y="2021497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Google Shape;99;p19">
            <a:extLst xmlns:a="http://schemas.openxmlformats.org/drawingml/2006/main">
              <a:ext uri="{FF2B5EF4-FFF2-40B4-BE49-F238E27FC236}">
                <a16:creationId xmlns:a16="http://schemas.microsoft.com/office/drawing/2014/main" id="{9F3942A7-A0CC-4929-9773-9CE79952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113" y="2021497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D182D33D-F2F8-4F3E-99BB-F112F20776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8950" y="3232891"/>
            <a:ext cx="14376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1690A699-7382-44E1-A288-20A2639EA80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173937" y="3345035"/>
            <a:ext cx="15120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0" i="0">
                <a:latin typeface="Montserrat"/>
                <a:ea typeface="Montserrat"/>
                <a:cs typeface="Montserrat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4655771A-5B6B-4ED8-B3DB-BC785356A4A3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2211141" y="3232891"/>
            <a:ext cx="14376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3" name="Google Shape;103;p19">
            <a:extLst xmlns:a="http://schemas.openxmlformats.org/drawingml/2006/main">
              <a:ext uri="{FF2B5EF4-FFF2-40B4-BE49-F238E27FC236}">
                <a16:creationId xmlns:a16="http://schemas.microsoft.com/office/drawing/2014/main" id="{70B6691A-2270-4DEA-8C44-CAA614DB3239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3769001" y="3345035"/>
            <a:ext cx="15120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0" i="0">
                <a:latin typeface="Montserrat"/>
                <a:ea typeface="Montserrat"/>
                <a:cs typeface="Montserrat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4" name="Google Shape;104;p19">
            <a:extLst xmlns:a="http://schemas.openxmlformats.org/drawingml/2006/main">
              <a:ext uri="{FF2B5EF4-FFF2-40B4-BE49-F238E27FC236}">
                <a16:creationId xmlns:a16="http://schemas.microsoft.com/office/drawing/2014/main" id="{244AB13D-BB6E-493B-A96E-20F72D210AAF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3806204" y="3232891"/>
            <a:ext cx="14376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5" name="Google Shape;105;p19">
            <a:extLst xmlns:a="http://schemas.openxmlformats.org/drawingml/2006/main">
              <a:ext uri="{FF2B5EF4-FFF2-40B4-BE49-F238E27FC236}">
                <a16:creationId xmlns:a16="http://schemas.microsoft.com/office/drawing/2014/main" id="{A00BA257-B8C5-4E43-8533-7526E30A9892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5358320" y="3345035"/>
            <a:ext cx="15120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0" i="0">
                <a:latin typeface="Montserrat"/>
                <a:ea typeface="Montserrat"/>
                <a:cs typeface="Montserrat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6" name="Google Shape;106;p19">
            <a:extLst xmlns:a="http://schemas.openxmlformats.org/drawingml/2006/main">
              <a:ext uri="{FF2B5EF4-FFF2-40B4-BE49-F238E27FC236}">
                <a16:creationId xmlns:a16="http://schemas.microsoft.com/office/drawing/2014/main" id="{24EEE9C4-0C59-495C-A11A-28BA87398305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5395524" y="3232891"/>
            <a:ext cx="14376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7" name="Google Shape;107;p19">
            <a:extLst xmlns:a="http://schemas.openxmlformats.org/drawingml/2006/main">
              <a:ext uri="{FF2B5EF4-FFF2-40B4-BE49-F238E27FC236}">
                <a16:creationId xmlns:a16="http://schemas.microsoft.com/office/drawing/2014/main" id="{74DDC05C-C1EA-4757-AD23-63308A6A4B7D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6950511" y="3345035"/>
            <a:ext cx="15120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0" i="0">
                <a:latin typeface="Montserrat"/>
                <a:ea typeface="Montserrat"/>
                <a:cs typeface="Montserrat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8" name="Google Shape;108;p19">
            <a:extLst xmlns:a="http://schemas.openxmlformats.org/drawingml/2006/main">
              <a:ext uri="{FF2B5EF4-FFF2-40B4-BE49-F238E27FC236}">
                <a16:creationId xmlns:a16="http://schemas.microsoft.com/office/drawing/2014/main" id="{B90AD724-D064-4A08-81A0-35F346769C6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987715" y="3232891"/>
            <a:ext cx="14376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9" name="Google Shape;109;p19">
            <a:extLst xmlns:a="http://schemas.openxmlformats.org/drawingml/2006/main">
              <a:ext uri="{FF2B5EF4-FFF2-40B4-BE49-F238E27FC236}">
                <a16:creationId xmlns:a16="http://schemas.microsoft.com/office/drawing/2014/main" id="{FACB4B00-D651-4489-818E-15D3C284D35D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2418260" y="2081123"/>
            <a:ext cx="1040100" cy="10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0" name="Google Shape;110;p19">
            <a:extLst xmlns:a="http://schemas.openxmlformats.org/drawingml/2006/main">
              <a:ext uri="{FF2B5EF4-FFF2-40B4-BE49-F238E27FC236}">
                <a16:creationId xmlns:a16="http://schemas.microsoft.com/office/drawing/2014/main" id="{416491BF-4DDE-42F2-A584-8509C13B62AD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4009471" y="2081123"/>
            <a:ext cx="1040100" cy="10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1" name="Google Shape;111;p19">
            <a:extLst xmlns:a="http://schemas.openxmlformats.org/drawingml/2006/main">
              <a:ext uri="{FF2B5EF4-FFF2-40B4-BE49-F238E27FC236}">
                <a16:creationId xmlns:a16="http://schemas.microsoft.com/office/drawing/2014/main" id="{6C593A36-4431-4B9D-9324-C042D372E765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5600681" y="2081123"/>
            <a:ext cx="1040100" cy="10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2" name="Google Shape;112;p19">
            <a:extLst xmlns:a="http://schemas.openxmlformats.org/drawingml/2006/main">
              <a:ext uri="{FF2B5EF4-FFF2-40B4-BE49-F238E27FC236}">
                <a16:creationId xmlns:a16="http://schemas.microsoft.com/office/drawing/2014/main" id="{E21701E2-9F28-4B00-A8ED-FC8D9A95AADD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7191892" y="2081123"/>
            <a:ext cx="1040100" cy="10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3" name="Google Shape;113;p19">
            <a:extLst xmlns:a="http://schemas.openxmlformats.org/drawingml/2006/main">
              <a:ext uri="{FF2B5EF4-FFF2-40B4-BE49-F238E27FC236}">
                <a16:creationId xmlns:a16="http://schemas.microsoft.com/office/drawing/2014/main" id="{02D09576-9582-4EF7-9540-39CF5685D1F8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827050" y="2081123"/>
            <a:ext cx="1040100" cy="10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9.xml><?xml version="1.0" encoding="utf-8"?>
<p:sldLayout xmlns:p="http://schemas.openxmlformats.org/presentationml/2006/main" matchingName="3_Команда_10">
  <p:cSld name="3_Команда_10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3" name="Google Shape;115;p20">
            <a:extLst xmlns:a="http://schemas.openxmlformats.org/drawingml/2006/main">
              <a:ext uri="{FF2B5EF4-FFF2-40B4-BE49-F238E27FC236}">
                <a16:creationId xmlns:a16="http://schemas.microsoft.com/office/drawing/2014/main" id="{294E3116-AC0E-4544-92BD-EC77701CA3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d3d0d3fb4c4439">
            <a:alphaModFix/>
          </a:blip>
          <a:srcRect xmlns:a="http://schemas.openxmlformats.org/drawingml/2006/main" l="19254" t="2849" r="21704" b="24105"/>
          <a:stretch xmlns:a="http://schemas.openxmlformats.org/drawingml/2006/main"/>
        </p:blipFill>
        <p:spPr>
          <a:xfrm xmlns:a="http://schemas.openxmlformats.org/drawingml/2006/main">
            <a:off x="1" y="0"/>
            <a:ext cx="9144000" cy="5143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6" name="Google Shape;116;p20">
            <a:extLst xmlns:a="http://schemas.openxmlformats.org/drawingml/2006/main">
              <a:ext uri="{FF2B5EF4-FFF2-40B4-BE49-F238E27FC236}">
                <a16:creationId xmlns:a16="http://schemas.microsoft.com/office/drawing/2014/main" id="{DCDF0A87-6460-4804-B193-6FEB1FF1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113" y="3000896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Google Shape;117;p20">
            <a:extLst xmlns:a="http://schemas.openxmlformats.org/drawingml/2006/main">
              <a:ext uri="{FF2B5EF4-FFF2-40B4-BE49-F238E27FC236}">
                <a16:creationId xmlns:a16="http://schemas.microsoft.com/office/drawing/2014/main" id="{156A1301-70A9-4E4E-964D-BCD018F6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113" y="3002602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Google Shape;118;p20">
            <a:extLst xmlns:a="http://schemas.openxmlformats.org/drawingml/2006/main">
              <a:ext uri="{FF2B5EF4-FFF2-40B4-BE49-F238E27FC236}">
                <a16:creationId xmlns:a16="http://schemas.microsoft.com/office/drawing/2014/main" id="{7A5EAB62-838A-45E3-A12D-02C510C1025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91892" y="3091567"/>
            <a:ext cx="1040100" cy="10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9" name="Google Shape;119;p20">
            <a:extLst xmlns:a="http://schemas.openxmlformats.org/drawingml/2006/main">
              <a:ext uri="{FF2B5EF4-FFF2-40B4-BE49-F238E27FC236}">
                <a16:creationId xmlns:a16="http://schemas.microsoft.com/office/drawing/2014/main" id="{352C230C-8CC2-40FF-8C2D-91614CB1ABF7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827050" y="1216332"/>
            <a:ext cx="1040100" cy="10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20" name="Google Shape;120;p20">
            <a:extLst xmlns:a="http://schemas.openxmlformats.org/drawingml/2006/main">
              <a:ext uri="{FF2B5EF4-FFF2-40B4-BE49-F238E27FC236}">
                <a16:creationId xmlns:a16="http://schemas.microsoft.com/office/drawing/2014/main" id="{72B5C893-057B-4F19-BFDC-0E6E0338F3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1747" y="2473456"/>
            <a:ext cx="15120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0" i="0">
                <a:latin typeface="Montserrat"/>
                <a:ea typeface="Montserrat"/>
                <a:cs typeface="Montserrat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21" name="Google Shape;121;p20">
            <a:extLst xmlns:a="http://schemas.openxmlformats.org/drawingml/2006/main">
              <a:ext uri="{FF2B5EF4-FFF2-40B4-BE49-F238E27FC236}">
                <a16:creationId xmlns:a16="http://schemas.microsoft.com/office/drawing/2014/main" id="{AAFA4957-CFAA-4E5F-AF93-0E69A70DF8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1025" y="372689"/>
            <a:ext cx="6978300" cy="52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22" name="Google Shape;122;p20">
            <a:extLst xmlns:a="http://schemas.openxmlformats.org/drawingml/2006/main">
              <a:ext uri="{FF2B5EF4-FFF2-40B4-BE49-F238E27FC236}">
                <a16:creationId xmlns:a16="http://schemas.microsoft.com/office/drawing/2014/main" id="{8935BF8F-DD1F-457A-B4A9-5DE166AB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48" y="1149918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Google Shape;123;p20">
            <a:extLst xmlns:a="http://schemas.openxmlformats.org/drawingml/2006/main">
              <a:ext uri="{FF2B5EF4-FFF2-40B4-BE49-F238E27FC236}">
                <a16:creationId xmlns:a16="http://schemas.microsoft.com/office/drawing/2014/main" id="{9C253649-27FB-4DF6-9682-E92D4D9F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539" y="1149918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Google Shape;124;p20">
            <a:extLst xmlns:a="http://schemas.openxmlformats.org/drawingml/2006/main">
              <a:ext uri="{FF2B5EF4-FFF2-40B4-BE49-F238E27FC236}">
                <a16:creationId xmlns:a16="http://schemas.microsoft.com/office/drawing/2014/main" id="{43F70E72-3EE3-45BB-AD4D-908FDE8E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730" y="1149918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Google Shape;125;p20">
            <a:extLst xmlns:a="http://schemas.openxmlformats.org/drawingml/2006/main">
              <a:ext uri="{FF2B5EF4-FFF2-40B4-BE49-F238E27FC236}">
                <a16:creationId xmlns:a16="http://schemas.microsoft.com/office/drawing/2014/main" id="{117AC988-80D8-493C-824C-4F8895D1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922" y="1149918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Google Shape;126;p20">
            <a:extLst xmlns:a="http://schemas.openxmlformats.org/drawingml/2006/main">
              <a:ext uri="{FF2B5EF4-FFF2-40B4-BE49-F238E27FC236}">
                <a16:creationId xmlns:a16="http://schemas.microsoft.com/office/drawing/2014/main" id="{9C0F77CB-1E11-4275-9B72-940E2C36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113" y="1149918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Google Shape;127;p20">
            <a:extLst xmlns:a="http://schemas.openxmlformats.org/drawingml/2006/main">
              <a:ext uri="{FF2B5EF4-FFF2-40B4-BE49-F238E27FC236}">
                <a16:creationId xmlns:a16="http://schemas.microsoft.com/office/drawing/2014/main" id="{49E80BF9-6A61-4093-A8B9-F424B242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48" y="3000896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Google Shape;128;p20">
            <a:extLst xmlns:a="http://schemas.openxmlformats.org/drawingml/2006/main">
              <a:ext uri="{FF2B5EF4-FFF2-40B4-BE49-F238E27FC236}">
                <a16:creationId xmlns:a16="http://schemas.microsoft.com/office/drawing/2014/main" id="{438364CD-D992-4823-B70A-F3B82F85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539" y="3000896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Google Shape;129;p20">
            <a:extLst xmlns:a="http://schemas.openxmlformats.org/drawingml/2006/main">
              <a:ext uri="{FF2B5EF4-FFF2-40B4-BE49-F238E27FC236}">
                <a16:creationId xmlns:a16="http://schemas.microsoft.com/office/drawing/2014/main" id="{A1870780-1562-4518-8A47-424BA833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730" y="3000896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Google Shape;130;p20">
            <a:extLst xmlns:a="http://schemas.openxmlformats.org/drawingml/2006/main">
              <a:ext uri="{FF2B5EF4-FFF2-40B4-BE49-F238E27FC236}">
                <a16:creationId xmlns:a16="http://schemas.microsoft.com/office/drawing/2014/main" id="{C78DDAFF-2E7A-4B8F-B957-4640535F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922" y="3000896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C614ED69-EEC6-420C-8F02-D6854741E356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8950" y="2361312"/>
            <a:ext cx="14376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9A053728-AD65-4757-B0A4-6C9761E2C98C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2173937" y="2473456"/>
            <a:ext cx="15120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0" i="0">
                <a:latin typeface="Montserrat"/>
                <a:ea typeface="Montserrat"/>
                <a:cs typeface="Montserrat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39B2DC9B-2152-42D9-B831-F21A73C95513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2211141" y="2361312"/>
            <a:ext cx="14376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17083720-18E7-40F3-AE06-697F3432CE83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3769001" y="2473456"/>
            <a:ext cx="15120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0" i="0">
                <a:latin typeface="Montserrat"/>
                <a:ea typeface="Montserrat"/>
                <a:cs typeface="Montserrat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E7173050-5A22-476F-95E7-CF11171475C7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3806204" y="2361312"/>
            <a:ext cx="14376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36" name="Google Shape;136;p20">
            <a:extLst xmlns:a="http://schemas.openxmlformats.org/drawingml/2006/main">
              <a:ext uri="{FF2B5EF4-FFF2-40B4-BE49-F238E27FC236}">
                <a16:creationId xmlns:a16="http://schemas.microsoft.com/office/drawing/2014/main" id="{6841CCBA-5F0B-4C2A-9DE8-8C1B491416F6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5358320" y="2473456"/>
            <a:ext cx="15120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0" i="0">
                <a:latin typeface="Montserrat"/>
                <a:ea typeface="Montserrat"/>
                <a:cs typeface="Montserrat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37" name="Google Shape;137;p20">
            <a:extLst xmlns:a="http://schemas.openxmlformats.org/drawingml/2006/main">
              <a:ext uri="{FF2B5EF4-FFF2-40B4-BE49-F238E27FC236}">
                <a16:creationId xmlns:a16="http://schemas.microsoft.com/office/drawing/2014/main" id="{ED408198-8151-4B71-8827-DADC52ED1C1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5395524" y="2361312"/>
            <a:ext cx="14376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38" name="Google Shape;138;p20">
            <a:extLst xmlns:a="http://schemas.openxmlformats.org/drawingml/2006/main">
              <a:ext uri="{FF2B5EF4-FFF2-40B4-BE49-F238E27FC236}">
                <a16:creationId xmlns:a16="http://schemas.microsoft.com/office/drawing/2014/main" id="{267FE018-0318-4E73-A3AF-C3FEBA5BED1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950511" y="2473456"/>
            <a:ext cx="15120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0" i="0">
                <a:latin typeface="Montserrat"/>
                <a:ea typeface="Montserrat"/>
                <a:cs typeface="Montserrat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39" name="Google Shape;139;p20">
            <a:extLst xmlns:a="http://schemas.openxmlformats.org/drawingml/2006/main">
              <a:ext uri="{FF2B5EF4-FFF2-40B4-BE49-F238E27FC236}">
                <a16:creationId xmlns:a16="http://schemas.microsoft.com/office/drawing/2014/main" id="{54C7C83B-71D2-4570-82A2-A3C389EE193C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987715" y="2361312"/>
            <a:ext cx="14376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40" name="Google Shape;140;p20">
            <a:extLst xmlns:a="http://schemas.openxmlformats.org/drawingml/2006/main">
              <a:ext uri="{FF2B5EF4-FFF2-40B4-BE49-F238E27FC236}">
                <a16:creationId xmlns:a16="http://schemas.microsoft.com/office/drawing/2014/main" id="{68584F00-F7D2-4BCF-BDD1-CE01192F55E5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581747" y="4326140"/>
            <a:ext cx="15120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0" i="0">
                <a:latin typeface="Montserrat"/>
                <a:ea typeface="Montserrat"/>
                <a:cs typeface="Montserrat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41" name="Google Shape;141;p20">
            <a:extLst xmlns:a="http://schemas.openxmlformats.org/drawingml/2006/main">
              <a:ext uri="{FF2B5EF4-FFF2-40B4-BE49-F238E27FC236}">
                <a16:creationId xmlns:a16="http://schemas.microsoft.com/office/drawing/2014/main" id="{4888320A-4C5B-46B4-83E0-AF77333D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48" y="3002602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Google Shape;142;p20">
            <a:extLst xmlns:a="http://schemas.openxmlformats.org/drawingml/2006/main">
              <a:ext uri="{FF2B5EF4-FFF2-40B4-BE49-F238E27FC236}">
                <a16:creationId xmlns:a16="http://schemas.microsoft.com/office/drawing/2014/main" id="{CA5B6F78-1B44-45F4-AE82-078495A8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539" y="3002602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Google Shape;143;p20">
            <a:extLst xmlns:a="http://schemas.openxmlformats.org/drawingml/2006/main">
              <a:ext uri="{FF2B5EF4-FFF2-40B4-BE49-F238E27FC236}">
                <a16:creationId xmlns:a16="http://schemas.microsoft.com/office/drawing/2014/main" id="{07750E65-B0A7-442F-8A88-2E08DAAC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730" y="3002602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Google Shape;144;p20">
            <a:extLst xmlns:a="http://schemas.openxmlformats.org/drawingml/2006/main">
              <a:ext uri="{FF2B5EF4-FFF2-40B4-BE49-F238E27FC236}">
                <a16:creationId xmlns:a16="http://schemas.microsoft.com/office/drawing/2014/main" id="{8E5CBA76-C599-4D00-96F6-726ADFD0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922" y="3002602"/>
            <a:ext cx="1100400" cy="1100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Google Shape;145;p20">
            <a:extLst xmlns:a="http://schemas.openxmlformats.org/drawingml/2006/main">
              <a:ext uri="{FF2B5EF4-FFF2-40B4-BE49-F238E27FC236}">
                <a16:creationId xmlns:a16="http://schemas.microsoft.com/office/drawing/2014/main" id="{5289083A-246B-4661-9E9D-984E0071A68D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18950" y="4213996"/>
            <a:ext cx="14376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46" name="Google Shape;146;p20">
            <a:extLst xmlns:a="http://schemas.openxmlformats.org/drawingml/2006/main">
              <a:ext uri="{FF2B5EF4-FFF2-40B4-BE49-F238E27FC236}">
                <a16:creationId xmlns:a16="http://schemas.microsoft.com/office/drawing/2014/main" id="{2C2C768E-10B2-4F7A-8AA0-AFE0B396AD87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2173937" y="4326140"/>
            <a:ext cx="15120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0" i="0">
                <a:latin typeface="Montserrat"/>
                <a:ea typeface="Montserrat"/>
                <a:cs typeface="Montserrat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47" name="Google Shape;147;p20">
            <a:extLst xmlns:a="http://schemas.openxmlformats.org/drawingml/2006/main">
              <a:ext uri="{FF2B5EF4-FFF2-40B4-BE49-F238E27FC236}">
                <a16:creationId xmlns:a16="http://schemas.microsoft.com/office/drawing/2014/main" id="{EAA700E6-F32C-40A7-B994-0CBC81830787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2211141" y="4213996"/>
            <a:ext cx="14376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48" name="Google Shape;148;p20">
            <a:extLst xmlns:a="http://schemas.openxmlformats.org/drawingml/2006/main">
              <a:ext uri="{FF2B5EF4-FFF2-40B4-BE49-F238E27FC236}">
                <a16:creationId xmlns:a16="http://schemas.microsoft.com/office/drawing/2014/main" id="{F31BE7E2-4655-4976-8C4B-AEE9400C3560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3769001" y="4326140"/>
            <a:ext cx="15120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0" i="0">
                <a:latin typeface="Montserrat"/>
                <a:ea typeface="Montserrat"/>
                <a:cs typeface="Montserrat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49" name="Google Shape;149;p20">
            <a:extLst xmlns:a="http://schemas.openxmlformats.org/drawingml/2006/main">
              <a:ext uri="{FF2B5EF4-FFF2-40B4-BE49-F238E27FC236}">
                <a16:creationId xmlns:a16="http://schemas.microsoft.com/office/drawing/2014/main" id="{D8CA675D-F4F1-426F-B5B1-F4E4FE83A57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806204" y="4213996"/>
            <a:ext cx="14376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50" name="Google Shape;150;p20">
            <a:extLst xmlns:a="http://schemas.openxmlformats.org/drawingml/2006/main">
              <a:ext uri="{FF2B5EF4-FFF2-40B4-BE49-F238E27FC236}">
                <a16:creationId xmlns:a16="http://schemas.microsoft.com/office/drawing/2014/main" id="{99F3904D-D653-44F1-A038-277A698B573E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358320" y="4326140"/>
            <a:ext cx="15120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0" i="0">
                <a:latin typeface="Montserrat"/>
                <a:ea typeface="Montserrat"/>
                <a:cs typeface="Montserrat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51" name="Google Shape;151;p20">
            <a:extLst xmlns:a="http://schemas.openxmlformats.org/drawingml/2006/main">
              <a:ext uri="{FF2B5EF4-FFF2-40B4-BE49-F238E27FC236}">
                <a16:creationId xmlns:a16="http://schemas.microsoft.com/office/drawing/2014/main" id="{F02F0D8D-5A22-4CBD-9E72-C5DE17B59D27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5395524" y="4213996"/>
            <a:ext cx="14376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52" name="Google Shape;152;p20">
            <a:extLst xmlns:a="http://schemas.openxmlformats.org/drawingml/2006/main">
              <a:ext uri="{FF2B5EF4-FFF2-40B4-BE49-F238E27FC236}">
                <a16:creationId xmlns:a16="http://schemas.microsoft.com/office/drawing/2014/main" id="{56B78E4B-6425-427A-95C7-700D5EACECD3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950511" y="4326140"/>
            <a:ext cx="15120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0" i="0">
                <a:latin typeface="Montserrat"/>
                <a:ea typeface="Montserrat"/>
                <a:cs typeface="Montserrat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53" name="Google Shape;153;p20">
            <a:extLst xmlns:a="http://schemas.openxmlformats.org/drawingml/2006/main">
              <a:ext uri="{FF2B5EF4-FFF2-40B4-BE49-F238E27FC236}">
                <a16:creationId xmlns:a16="http://schemas.microsoft.com/office/drawing/2014/main" id="{EC90BE49-4C77-4849-A6D3-4884E42CDEB1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987715" y="4213996"/>
            <a:ext cx="1437600" cy="14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54" name="Google Shape;154;p20">
            <a:extLst xmlns:a="http://schemas.openxmlformats.org/drawingml/2006/main">
              <a:ext uri="{FF2B5EF4-FFF2-40B4-BE49-F238E27FC236}">
                <a16:creationId xmlns:a16="http://schemas.microsoft.com/office/drawing/2014/main" id="{C012106A-EC87-48DD-AB6C-105D5D91620A}"/>
              </a:ext>
            </a:extLst>
          </p:cNvPr>
          <p:cNvSpPr>
            <a:spLocks xmlns:a="http://schemas.openxmlformats.org/drawingml/2006/main" noGrp="1"/>
          </p:cNvSpPr>
          <p:nvPr>
            <p:ph type="pic" idx="26"/>
          </p:nvPr>
        </p:nvSpPr>
        <p:spPr>
          <a:xfrm xmlns:a="http://schemas.openxmlformats.org/drawingml/2006/main">
            <a:off x="2418260" y="1216332"/>
            <a:ext cx="1040100" cy="10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55" name="Google Shape;155;p20">
            <a:extLst xmlns:a="http://schemas.openxmlformats.org/drawingml/2006/main">
              <a:ext uri="{FF2B5EF4-FFF2-40B4-BE49-F238E27FC236}">
                <a16:creationId xmlns:a16="http://schemas.microsoft.com/office/drawing/2014/main" id="{E0EFFDF8-8C03-4FAD-AD3E-8D99C77D38F4}"/>
              </a:ext>
            </a:extLst>
          </p:cNvPr>
          <p:cNvSpPr>
            <a:spLocks xmlns:a="http://schemas.openxmlformats.org/drawingml/2006/main" noGrp="1"/>
          </p:cNvSpPr>
          <p:nvPr>
            <p:ph type="pic" idx="27"/>
          </p:nvPr>
        </p:nvSpPr>
        <p:spPr>
          <a:xfrm xmlns:a="http://schemas.openxmlformats.org/drawingml/2006/main">
            <a:off x="4009471" y="1216332"/>
            <a:ext cx="1040100" cy="10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56" name="Google Shape;156;p20">
            <a:extLst xmlns:a="http://schemas.openxmlformats.org/drawingml/2006/main">
              <a:ext uri="{FF2B5EF4-FFF2-40B4-BE49-F238E27FC236}">
                <a16:creationId xmlns:a16="http://schemas.microsoft.com/office/drawing/2014/main" id="{54A7D3F3-D35B-4A50-BAE7-EA2E4CD2E88B}"/>
              </a:ext>
            </a:extLst>
          </p:cNvPr>
          <p:cNvSpPr>
            <a:spLocks xmlns:a="http://schemas.openxmlformats.org/drawingml/2006/main" noGrp="1"/>
          </p:cNvSpPr>
          <p:nvPr>
            <p:ph type="pic" idx="28"/>
          </p:nvPr>
        </p:nvSpPr>
        <p:spPr>
          <a:xfrm xmlns:a="http://schemas.openxmlformats.org/drawingml/2006/main">
            <a:off x="5600681" y="1216332"/>
            <a:ext cx="1040100" cy="10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57" name="Google Shape;157;p20">
            <a:extLst xmlns:a="http://schemas.openxmlformats.org/drawingml/2006/main">
              <a:ext uri="{FF2B5EF4-FFF2-40B4-BE49-F238E27FC236}">
                <a16:creationId xmlns:a16="http://schemas.microsoft.com/office/drawing/2014/main" id="{64578025-6337-4FD2-BB37-9724D241FA13}"/>
              </a:ext>
            </a:extLst>
          </p:cNvPr>
          <p:cNvSpPr>
            <a:spLocks xmlns:a="http://schemas.openxmlformats.org/drawingml/2006/main" noGrp="1"/>
          </p:cNvSpPr>
          <p:nvPr>
            <p:ph type="pic" idx="29"/>
          </p:nvPr>
        </p:nvSpPr>
        <p:spPr>
          <a:xfrm xmlns:a="http://schemas.openxmlformats.org/drawingml/2006/main">
            <a:off x="7191892" y="1216332"/>
            <a:ext cx="1040100" cy="10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58" name="Google Shape;158;p20">
            <a:extLst xmlns:a="http://schemas.openxmlformats.org/drawingml/2006/main">
              <a:ext uri="{FF2B5EF4-FFF2-40B4-BE49-F238E27FC236}">
                <a16:creationId xmlns:a16="http://schemas.microsoft.com/office/drawing/2014/main" id="{0B178734-3ECE-443C-9A26-0C8D66F14228}"/>
              </a:ext>
            </a:extLst>
          </p:cNvPr>
          <p:cNvSpPr>
            <a:spLocks xmlns:a="http://schemas.openxmlformats.org/drawingml/2006/main" noGrp="1"/>
          </p:cNvSpPr>
          <p:nvPr>
            <p:ph type="pic" idx="30"/>
          </p:nvPr>
        </p:nvSpPr>
        <p:spPr>
          <a:xfrm xmlns:a="http://schemas.openxmlformats.org/drawingml/2006/main">
            <a:off x="827050" y="3091567"/>
            <a:ext cx="1040100" cy="10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59" name="Google Shape;159;p20">
            <a:extLst xmlns:a="http://schemas.openxmlformats.org/drawingml/2006/main">
              <a:ext uri="{FF2B5EF4-FFF2-40B4-BE49-F238E27FC236}">
                <a16:creationId xmlns:a16="http://schemas.microsoft.com/office/drawing/2014/main" id="{17056F33-9092-4BA7-8253-F4BEDBB05840}"/>
              </a:ext>
            </a:extLst>
          </p:cNvPr>
          <p:cNvSpPr>
            <a:spLocks xmlns:a="http://schemas.openxmlformats.org/drawingml/2006/main" noGrp="1"/>
          </p:cNvSpPr>
          <p:nvPr>
            <p:ph type="pic" idx="31"/>
          </p:nvPr>
        </p:nvSpPr>
        <p:spPr>
          <a:xfrm xmlns:a="http://schemas.openxmlformats.org/drawingml/2006/main">
            <a:off x="2418260" y="3091567"/>
            <a:ext cx="1040100" cy="10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60" name="Google Shape;160;p20">
            <a:extLst xmlns:a="http://schemas.openxmlformats.org/drawingml/2006/main">
              <a:ext uri="{FF2B5EF4-FFF2-40B4-BE49-F238E27FC236}">
                <a16:creationId xmlns:a16="http://schemas.microsoft.com/office/drawing/2014/main" id="{0C63A376-9CFB-479F-BCE7-C91EDB6923C8}"/>
              </a:ext>
            </a:extLst>
          </p:cNvPr>
          <p:cNvSpPr>
            <a:spLocks xmlns:a="http://schemas.openxmlformats.org/drawingml/2006/main" noGrp="1"/>
          </p:cNvSpPr>
          <p:nvPr>
            <p:ph type="pic" idx="32"/>
          </p:nvPr>
        </p:nvSpPr>
        <p:spPr>
          <a:xfrm xmlns:a="http://schemas.openxmlformats.org/drawingml/2006/main">
            <a:off x="4009471" y="3091567"/>
            <a:ext cx="1040100" cy="10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61" name="Google Shape;161;p20">
            <a:extLst xmlns:a="http://schemas.openxmlformats.org/drawingml/2006/main">
              <a:ext uri="{FF2B5EF4-FFF2-40B4-BE49-F238E27FC236}">
                <a16:creationId xmlns:a16="http://schemas.microsoft.com/office/drawing/2014/main" id="{D0BE1C5E-5438-4D0D-87F3-BB018B0E01EA}"/>
              </a:ext>
            </a:extLst>
          </p:cNvPr>
          <p:cNvSpPr>
            <a:spLocks xmlns:a="http://schemas.openxmlformats.org/drawingml/2006/main" noGrp="1"/>
          </p:cNvSpPr>
          <p:nvPr>
            <p:ph type="pic" idx="33"/>
          </p:nvPr>
        </p:nvSpPr>
        <p:spPr>
          <a:xfrm xmlns:a="http://schemas.openxmlformats.org/drawingml/2006/main">
            <a:off x="5600681" y="3091567"/>
            <a:ext cx="1040100" cy="103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0.xml><?xml version="1.0" encoding="utf-8"?>
<p:sldLayout xmlns:p="http://schemas.openxmlformats.org/presentationml/2006/main" matchingName="5_Тезисы_4">
  <p:cSld name="5_Тезисы_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1">
            <a:extLst xmlns:a="http://schemas.openxmlformats.org/drawingml/2006/main">
              <a:ext uri="{FF2B5EF4-FFF2-40B4-BE49-F238E27FC236}">
                <a16:creationId xmlns:a16="http://schemas.microsoft.com/office/drawing/2014/main" id="{6C0C768D-FE6D-475C-BBD6-A52811B169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1951" y="1981544"/>
            <a:ext cx="3465300" cy="8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64" name="Google Shape;164;p21">
            <a:extLst xmlns:a="http://schemas.openxmlformats.org/drawingml/2006/main">
              <a:ext uri="{FF2B5EF4-FFF2-40B4-BE49-F238E27FC236}">
                <a16:creationId xmlns:a16="http://schemas.microsoft.com/office/drawing/2014/main" id="{2566B03E-5528-4AD4-8FEF-A2B42CD3B0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1025" y="372689"/>
            <a:ext cx="6978300" cy="52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65" name="Google Shape;165;p21">
            <a:extLst xmlns:a="http://schemas.openxmlformats.org/drawingml/2006/main">
              <a:ext uri="{FF2B5EF4-FFF2-40B4-BE49-F238E27FC236}">
                <a16:creationId xmlns:a16="http://schemas.microsoft.com/office/drawing/2014/main" id="{452F611C-FB63-4C25-9F5A-9BE93304F4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234187" y="1524448"/>
            <a:ext cx="3378300" cy="4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66" name="Google Shape;166;p21">
            <a:extLst xmlns:a="http://schemas.openxmlformats.org/drawingml/2006/main">
              <a:ext uri="{FF2B5EF4-FFF2-40B4-BE49-F238E27FC236}">
                <a16:creationId xmlns:a16="http://schemas.microsoft.com/office/drawing/2014/main" id="{D7DD4547-8AB3-4AC6-BBD8-8AA781D8120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01949" y="1524448"/>
            <a:ext cx="3378300" cy="4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67" name="Google Shape;167;p21">
            <a:extLst xmlns:a="http://schemas.openxmlformats.org/drawingml/2006/main">
              <a:ext uri="{FF2B5EF4-FFF2-40B4-BE49-F238E27FC236}">
                <a16:creationId xmlns:a16="http://schemas.microsoft.com/office/drawing/2014/main" id="{95024750-F398-4D8C-8E96-C711436958F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234187" y="3540935"/>
            <a:ext cx="3378300" cy="4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68" name="Google Shape;168;p21">
            <a:extLst xmlns:a="http://schemas.openxmlformats.org/drawingml/2006/main">
              <a:ext uri="{FF2B5EF4-FFF2-40B4-BE49-F238E27FC236}">
                <a16:creationId xmlns:a16="http://schemas.microsoft.com/office/drawing/2014/main" id="{8CA19B6A-202B-4B8D-9DC2-D17D868BE36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01950" y="3540935"/>
            <a:ext cx="3378300" cy="4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69" name="Google Shape;169;p21">
            <a:extLst xmlns:a="http://schemas.openxmlformats.org/drawingml/2006/main">
              <a:ext uri="{FF2B5EF4-FFF2-40B4-BE49-F238E27FC236}">
                <a16:creationId xmlns:a16="http://schemas.microsoft.com/office/drawing/2014/main" id="{5219569E-4D06-4669-8FC4-A77E1C18859F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4234187" y="1981544"/>
            <a:ext cx="3465300" cy="8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70" name="Google Shape;170;p21">
            <a:extLst xmlns:a="http://schemas.openxmlformats.org/drawingml/2006/main">
              <a:ext uri="{FF2B5EF4-FFF2-40B4-BE49-F238E27FC236}">
                <a16:creationId xmlns:a16="http://schemas.microsoft.com/office/drawing/2014/main" id="{9AC9C4DB-2B22-4B03-B37C-C8BC7C1C131E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401951" y="4007281"/>
            <a:ext cx="3465300" cy="8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71" name="Google Shape;171;p21">
            <a:extLst xmlns:a="http://schemas.openxmlformats.org/drawingml/2006/main">
              <a:ext uri="{FF2B5EF4-FFF2-40B4-BE49-F238E27FC236}">
                <a16:creationId xmlns:a16="http://schemas.microsoft.com/office/drawing/2014/main" id="{ECF16BE6-2105-48FF-8965-CE3CD2DE5223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4234187" y="4007281"/>
            <a:ext cx="3465300" cy="87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matchingName="5_Тезисы_3">
  <p:cSld name="5_Тезисы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3" name="Google Shape;173;p22">
            <a:extLst xmlns:a="http://schemas.openxmlformats.org/drawingml/2006/main">
              <a:ext uri="{FF2B5EF4-FFF2-40B4-BE49-F238E27FC236}">
                <a16:creationId xmlns:a16="http://schemas.microsoft.com/office/drawing/2014/main" id="{6A97B450-1B39-402B-9C39-A8A7DC3696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1951" y="2693004"/>
            <a:ext cx="2583300" cy="12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74" name="Google Shape;174;p22">
            <a:extLst xmlns:a="http://schemas.openxmlformats.org/drawingml/2006/main">
              <a:ext uri="{FF2B5EF4-FFF2-40B4-BE49-F238E27FC236}">
                <a16:creationId xmlns:a16="http://schemas.microsoft.com/office/drawing/2014/main" id="{3635912D-0DC5-41B8-8CEE-E12F6C754C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01950" y="1984029"/>
            <a:ext cx="2583300" cy="62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75" name="Google Shape;175;p22">
            <a:extLst xmlns:a="http://schemas.openxmlformats.org/drawingml/2006/main">
              <a:ext uri="{FF2B5EF4-FFF2-40B4-BE49-F238E27FC236}">
                <a16:creationId xmlns:a16="http://schemas.microsoft.com/office/drawing/2014/main" id="{C8132DF0-F527-4380-B88F-467BA52225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1025" y="372689"/>
            <a:ext cx="6978300" cy="52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76" name="Google Shape;176;p22">
            <a:extLst xmlns:a="http://schemas.openxmlformats.org/drawingml/2006/main">
              <a:ext uri="{FF2B5EF4-FFF2-40B4-BE49-F238E27FC236}">
                <a16:creationId xmlns:a16="http://schemas.microsoft.com/office/drawing/2014/main" id="{2C41478D-1879-4D11-AC87-FB9A3C099B6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272985" y="1984029"/>
            <a:ext cx="2583300" cy="62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77" name="Google Shape;177;p22">
            <a:extLst xmlns:a="http://schemas.openxmlformats.org/drawingml/2006/main">
              <a:ext uri="{FF2B5EF4-FFF2-40B4-BE49-F238E27FC236}">
                <a16:creationId xmlns:a16="http://schemas.microsoft.com/office/drawing/2014/main" id="{941F7773-9950-4850-B5EA-300EE1BC0F92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44020" y="1984029"/>
            <a:ext cx="2583300" cy="62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i="0"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78" name="Google Shape;178;p22">
            <a:extLst xmlns:a="http://schemas.openxmlformats.org/drawingml/2006/main">
              <a:ext uri="{FF2B5EF4-FFF2-40B4-BE49-F238E27FC236}">
                <a16:creationId xmlns:a16="http://schemas.microsoft.com/office/drawing/2014/main" id="{FFE63B41-ECCA-4383-989C-D5C1B38B36D5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3272985" y="2693004"/>
            <a:ext cx="2583300" cy="12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79" name="Google Shape;179;p22">
            <a:extLst xmlns:a="http://schemas.openxmlformats.org/drawingml/2006/main">
              <a:ext uri="{FF2B5EF4-FFF2-40B4-BE49-F238E27FC236}">
                <a16:creationId xmlns:a16="http://schemas.microsoft.com/office/drawing/2014/main" id="{9D710A01-7A0D-4425-B4CE-D5177C47B74A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144020" y="2693004"/>
            <a:ext cx="2583300" cy="12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matchingName="10_Фото и текст">
  <p:cSld name="10_Фото и текст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3" name="Google Shape;181;p23">
            <a:extLst xmlns:a="http://schemas.openxmlformats.org/drawingml/2006/main">
              <a:ext uri="{FF2B5EF4-FFF2-40B4-BE49-F238E27FC236}">
                <a16:creationId xmlns:a16="http://schemas.microsoft.com/office/drawing/2014/main" id="{BD899FBE-E335-4076-BC19-84D35B500E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2dbbd8f9634667">
            <a:alphaModFix amt="2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-346893">
            <a:off x="3477993" y="555967"/>
            <a:ext cx="6649757" cy="46695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4" name="Google Shape;182;p23">
            <a:extLst xmlns:a="http://schemas.openxmlformats.org/drawingml/2006/main">
              <a:ext uri="{FF2B5EF4-FFF2-40B4-BE49-F238E27FC236}">
                <a16:creationId xmlns:a16="http://schemas.microsoft.com/office/drawing/2014/main" id="{EAF3F076-CDFB-4AE8-92CB-A0791C2CCA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6a971ced014ea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689407" y="1242099"/>
            <a:ext cx="1054275" cy="10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3" name="Google Shape;183;p23">
            <a:extLst xmlns:a="http://schemas.openxmlformats.org/drawingml/2006/main">
              <a:ext uri="{FF2B5EF4-FFF2-40B4-BE49-F238E27FC236}">
                <a16:creationId xmlns:a16="http://schemas.microsoft.com/office/drawing/2014/main" id="{DD675ADF-62DD-4F48-9D2C-415449768D28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036369" y="1659881"/>
            <a:ext cx="3711300" cy="246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pic>
        <p:nvPicPr>
          <p:cNvPr id="206" name="Google Shape;184;p23">
            <a:extLst xmlns:a="http://schemas.openxmlformats.org/drawingml/2006/main">
              <a:ext uri="{FF2B5EF4-FFF2-40B4-BE49-F238E27FC236}">
                <a16:creationId xmlns:a16="http://schemas.microsoft.com/office/drawing/2014/main" id="{EDD6DE8E-0AC2-4419-8093-0F9EF653DE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fd0807dca140d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228818" y="462926"/>
            <a:ext cx="5408119" cy="51435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5" name="Google Shape;185;p23">
            <a:extLst xmlns:a="http://schemas.openxmlformats.org/drawingml/2006/main">
              <a:ext uri="{FF2B5EF4-FFF2-40B4-BE49-F238E27FC236}">
                <a16:creationId xmlns:a16="http://schemas.microsoft.com/office/drawing/2014/main" id="{A0C26697-D599-4D23-A27A-0C4CEE67A9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1025" y="372689"/>
            <a:ext cx="6978300" cy="52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pic>
        <p:nvPicPr>
          <p:cNvPr id="208" name="Google Shape;186;p23">
            <a:extLst xmlns:a="http://schemas.openxmlformats.org/drawingml/2006/main">
              <a:ext uri="{FF2B5EF4-FFF2-40B4-BE49-F238E27FC236}">
                <a16:creationId xmlns:a16="http://schemas.microsoft.com/office/drawing/2014/main" id="{DFF0F123-6661-42AD-8517-4B8F82654C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12dc79b70c43f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951688" y="3251745"/>
            <a:ext cx="1417223" cy="141722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9" name="Google Shape;187;p23">
            <a:extLst xmlns:a="http://schemas.openxmlformats.org/drawingml/2006/main">
              <a:ext uri="{FF2B5EF4-FFF2-40B4-BE49-F238E27FC236}">
                <a16:creationId xmlns:a16="http://schemas.microsoft.com/office/drawing/2014/main" id="{4EB8C497-2A84-4369-A2BB-3093FD17BA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e9f0aebc924b1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9652" y="1460199"/>
            <a:ext cx="431424" cy="4314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0" name="Google Shape;188;p23">
            <a:extLst xmlns:a="http://schemas.openxmlformats.org/drawingml/2006/main">
              <a:ext uri="{FF2B5EF4-FFF2-40B4-BE49-F238E27FC236}">
                <a16:creationId xmlns:a16="http://schemas.microsoft.com/office/drawing/2014/main" id="{D3788F6B-918C-4EB5-92BF-1D154973DA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e9f0aebc924b1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9652" y="2336043"/>
            <a:ext cx="431424" cy="4314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1" name="Google Shape;189;p23">
            <a:extLst xmlns:a="http://schemas.openxmlformats.org/drawingml/2006/main">
              <a:ext uri="{FF2B5EF4-FFF2-40B4-BE49-F238E27FC236}">
                <a16:creationId xmlns:a16="http://schemas.microsoft.com/office/drawing/2014/main" id="{13A7E817-035B-48F0-AB68-0B8775449F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e9f0aebc924b1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9652" y="3211887"/>
            <a:ext cx="431424" cy="4314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2" name="Google Shape;190;p23">
            <a:extLst xmlns:a="http://schemas.openxmlformats.org/drawingml/2006/main">
              <a:ext uri="{FF2B5EF4-FFF2-40B4-BE49-F238E27FC236}">
                <a16:creationId xmlns:a16="http://schemas.microsoft.com/office/drawing/2014/main" id="{22204EF3-5D54-4A48-AFF8-8A672E43B5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e9f0aebc924b1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9652" y="4087732"/>
            <a:ext cx="431424" cy="4314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1" name="Google Shape;191;p23">
            <a:extLst xmlns:a="http://schemas.openxmlformats.org/drawingml/2006/main">
              <a:ext uri="{FF2B5EF4-FFF2-40B4-BE49-F238E27FC236}">
                <a16:creationId xmlns:a16="http://schemas.microsoft.com/office/drawing/2014/main" id="{B2BAABEC-F842-4FD2-8CD5-9308FE0697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01076" y="1358275"/>
            <a:ext cx="3255600" cy="62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2" name="Google Shape;192;p23">
            <a:extLst xmlns:a="http://schemas.openxmlformats.org/drawingml/2006/main">
              <a:ext uri="{FF2B5EF4-FFF2-40B4-BE49-F238E27FC236}">
                <a16:creationId xmlns:a16="http://schemas.microsoft.com/office/drawing/2014/main" id="{F70029DE-1D10-4A1D-8728-8FEEE5B6313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001076" y="2236124"/>
            <a:ext cx="3255600" cy="62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3" name="Google Shape;193;p23">
            <a:extLst xmlns:a="http://schemas.openxmlformats.org/drawingml/2006/main">
              <a:ext uri="{FF2B5EF4-FFF2-40B4-BE49-F238E27FC236}">
                <a16:creationId xmlns:a16="http://schemas.microsoft.com/office/drawing/2014/main" id="{72B18F05-14C1-4CD2-8F04-14806B600992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1001076" y="3113972"/>
            <a:ext cx="3255600" cy="62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4" name="Google Shape;194;p23">
            <a:extLst xmlns:a="http://schemas.openxmlformats.org/drawingml/2006/main">
              <a:ext uri="{FF2B5EF4-FFF2-40B4-BE49-F238E27FC236}">
                <a16:creationId xmlns:a16="http://schemas.microsoft.com/office/drawing/2014/main" id="{676BAA57-5B32-4552-A094-010FC2F69120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1001076" y="3991820"/>
            <a:ext cx="3255600" cy="62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 matchingName="13_Один куар">
  <p:cSld name="13_Один куа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24">
            <a:extLst xmlns:a="http://schemas.openxmlformats.org/drawingml/2006/main">
              <a:ext uri="{FF2B5EF4-FFF2-40B4-BE49-F238E27FC236}">
                <a16:creationId xmlns:a16="http://schemas.microsoft.com/office/drawing/2014/main" id="{1257F6A4-4F9A-4628-A095-34F5C2034A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1025" y="372689"/>
            <a:ext cx="6978300" cy="52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pic>
        <p:nvPicPr>
          <p:cNvPr id="206" name="Google Shape;197;p24">
            <a:extLst xmlns:a="http://schemas.openxmlformats.org/drawingml/2006/main">
              <a:ext uri="{FF2B5EF4-FFF2-40B4-BE49-F238E27FC236}">
                <a16:creationId xmlns:a16="http://schemas.microsoft.com/office/drawing/2014/main" id="{1AEC4078-A819-4402-A668-E8641C62B8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77dca9289c41e3">
            <a:alphaModFix/>
          </a:blip>
          <a:srcRect xmlns:a="http://schemas.openxmlformats.org/drawingml/2006/main" l="35909" t="51599" r="14500" b="9954"/>
          <a:stretch xmlns:a="http://schemas.openxmlformats.org/drawingml/2006/main"/>
        </p:blipFill>
        <p:spPr>
          <a:xfrm xmlns:a="http://schemas.openxmlformats.org/drawingml/2006/main" rot="-5621714">
            <a:off x="4559278" y="1840060"/>
            <a:ext cx="5575018" cy="4322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7" name="Google Shape;198;p24">
            <a:extLst xmlns:a="http://schemas.openxmlformats.org/drawingml/2006/main">
              <a:ext uri="{FF2B5EF4-FFF2-40B4-BE49-F238E27FC236}">
                <a16:creationId xmlns:a16="http://schemas.microsoft.com/office/drawing/2014/main" id="{A7A01C21-F58C-4941-A35A-BFA6BD6A5C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77dca9289c41e3">
            <a:alphaModFix/>
          </a:blip>
          <a:srcRect xmlns:a="http://schemas.openxmlformats.org/drawingml/2006/main" l="20254" t="51540" r="49452" b="10012"/>
          <a:stretch xmlns:a="http://schemas.openxmlformats.org/drawingml/2006/main"/>
        </p:blipFill>
        <p:spPr>
          <a:xfrm xmlns:a="http://schemas.openxmlformats.org/drawingml/2006/main" rot="6446314">
            <a:off x="735729" y="912423"/>
            <a:ext cx="3405600" cy="432212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8" name="Google Shape;199;p24">
            <a:extLst xmlns:a="http://schemas.openxmlformats.org/drawingml/2006/main">
              <a:ext uri="{FF2B5EF4-FFF2-40B4-BE49-F238E27FC236}">
                <a16:creationId xmlns:a16="http://schemas.microsoft.com/office/drawing/2014/main" id="{E4A41A44-3F29-42F5-949E-7561BB968F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6cc0a5a97f44f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287626" y="351257"/>
            <a:ext cx="4638677" cy="46291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0" name="Google Shape;200;p24">
            <a:extLst xmlns:a="http://schemas.openxmlformats.org/drawingml/2006/main">
              <a:ext uri="{FF2B5EF4-FFF2-40B4-BE49-F238E27FC236}">
                <a16:creationId xmlns:a16="http://schemas.microsoft.com/office/drawing/2014/main" id="{87BD273D-E870-4443-8CA3-6408CF03C9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270941" y="4001125"/>
            <a:ext cx="2602200" cy="4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01" name="Google Shape;201;p24">
            <a:extLst xmlns:a="http://schemas.openxmlformats.org/drawingml/2006/main">
              <a:ext uri="{FF2B5EF4-FFF2-40B4-BE49-F238E27FC236}">
                <a16:creationId xmlns:a16="http://schemas.microsoft.com/office/drawing/2014/main" id="{C05489CD-7FCE-457F-A6F9-734A28E9CCA3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402051" y="1244862"/>
            <a:ext cx="2409900" cy="24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4.xml><?xml version="1.0" encoding="utf-8"?>
<p:sldLayout xmlns:p="http://schemas.openxmlformats.org/presentationml/2006/main" matchingName="13_Два куара">
  <p:cSld name="13_Два куара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6" name="Google Shape;203;p25">
            <a:extLst xmlns:a="http://schemas.openxmlformats.org/drawingml/2006/main">
              <a:ext uri="{FF2B5EF4-FFF2-40B4-BE49-F238E27FC236}">
                <a16:creationId xmlns:a16="http://schemas.microsoft.com/office/drawing/2014/main" id="{784558DA-F452-4234-B64A-008AEB1206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e3b922e2d07425a">
            <a:alphaModFix/>
          </a:blip>
          <a:srcRect xmlns:a="http://schemas.openxmlformats.org/drawingml/2006/main" l="35909" t="51599" r="14500" b="9954"/>
          <a:stretch xmlns:a="http://schemas.openxmlformats.org/drawingml/2006/main"/>
        </p:blipFill>
        <p:spPr>
          <a:xfrm xmlns:a="http://schemas.openxmlformats.org/drawingml/2006/main" rot="-6878472">
            <a:off x="3914021" y="817158"/>
            <a:ext cx="6243192" cy="48401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7" name="Google Shape;204;p25">
            <a:extLst xmlns:a="http://schemas.openxmlformats.org/drawingml/2006/main">
              <a:ext uri="{FF2B5EF4-FFF2-40B4-BE49-F238E27FC236}">
                <a16:creationId xmlns:a16="http://schemas.microsoft.com/office/drawing/2014/main" id="{9B646D5D-EB4D-413A-9F9D-2B72C80517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e3b922e2d07425a">
            <a:alphaModFix/>
          </a:blip>
          <a:srcRect xmlns:a="http://schemas.openxmlformats.org/drawingml/2006/main" l="21364" t="61091" r="48640" b="18186"/>
          <a:stretch xmlns:a="http://schemas.openxmlformats.org/drawingml/2006/main"/>
        </p:blipFill>
        <p:spPr>
          <a:xfrm xmlns:a="http://schemas.openxmlformats.org/drawingml/2006/main" rot="7162030">
            <a:off x="-890011" y="2134849"/>
            <a:ext cx="4080396" cy="281886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8" name="Google Shape;205;p25">
            <a:extLst xmlns:a="http://schemas.openxmlformats.org/drawingml/2006/main">
              <a:ext uri="{FF2B5EF4-FFF2-40B4-BE49-F238E27FC236}">
                <a16:creationId xmlns:a16="http://schemas.microsoft.com/office/drawing/2014/main" id="{A7D2E9EE-2F0E-496E-9804-B03BFF45D6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41cff3cd0b4a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70649" y="475892"/>
            <a:ext cx="4638677" cy="46291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9" name="Google Shape;206;p25">
            <a:extLst xmlns:a="http://schemas.openxmlformats.org/drawingml/2006/main">
              <a:ext uri="{FF2B5EF4-FFF2-40B4-BE49-F238E27FC236}">
                <a16:creationId xmlns:a16="http://schemas.microsoft.com/office/drawing/2014/main" id="{682D364B-E0A7-4E19-86C9-517FF7D206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41cff3cd0b4a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185411" y="475892"/>
            <a:ext cx="4638677" cy="46291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7" name="Google Shape;207;p25">
            <a:extLst xmlns:a="http://schemas.openxmlformats.org/drawingml/2006/main">
              <a:ext uri="{FF2B5EF4-FFF2-40B4-BE49-F238E27FC236}">
                <a16:creationId xmlns:a16="http://schemas.microsoft.com/office/drawing/2014/main" id="{6A9984E6-FB57-4CAB-B9B1-E630B3535A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1025" y="372689"/>
            <a:ext cx="6978300" cy="52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08" name="Google Shape;208;p25">
            <a:extLst xmlns:a="http://schemas.openxmlformats.org/drawingml/2006/main">
              <a:ext uri="{FF2B5EF4-FFF2-40B4-BE49-F238E27FC236}">
                <a16:creationId xmlns:a16="http://schemas.microsoft.com/office/drawing/2014/main" id="{0AD2618C-AEEE-4F33-BAE5-69BF41400D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206549" y="4126855"/>
            <a:ext cx="2602200" cy="4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09" name="Google Shape;209;p25">
            <a:extLst xmlns:a="http://schemas.openxmlformats.org/drawingml/2006/main">
              <a:ext uri="{FF2B5EF4-FFF2-40B4-BE49-F238E27FC236}">
                <a16:creationId xmlns:a16="http://schemas.microsoft.com/office/drawing/2014/main" id="{4A1D0B97-4229-40FC-8827-61BDCDD142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366069" y="4126855"/>
            <a:ext cx="2602200" cy="48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defRPr>
            </a:lvl1pPr>
            <a:lvl2pPr marL="9144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210" name="Google Shape;210;p25">
            <a:extLst xmlns:a="http://schemas.openxmlformats.org/drawingml/2006/main">
              <a:ext uri="{FF2B5EF4-FFF2-40B4-BE49-F238E27FC236}">
                <a16:creationId xmlns:a16="http://schemas.microsoft.com/office/drawing/2014/main" id="{02A2635A-4FC4-4268-BCBD-0DB52B1679AF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462213" y="1396048"/>
            <a:ext cx="2409900" cy="24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11" name="Google Shape;211;p25">
            <a:extLst xmlns:a="http://schemas.openxmlformats.org/drawingml/2006/main">
              <a:ext uri="{FF2B5EF4-FFF2-40B4-BE49-F238E27FC236}">
                <a16:creationId xmlns:a16="http://schemas.microsoft.com/office/drawing/2014/main" id="{D3D16BD5-DC0E-479F-93A9-51E819E4BF05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5302693" y="1396048"/>
            <a:ext cx="2409900" cy="24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5.xml><?xml version="1.0" encoding="utf-8"?>
<p:sldLayout xmlns:p="http://schemas.openxmlformats.org/presentationml/2006/main" matchingName="а 1">
  <p:cSld name="а_1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6.xml><?xml version="1.0" encoding="utf-8"?>
<p:sldLayout xmlns:p="http://schemas.openxmlformats.org/presentationml/2006/main" matchingName="Титульный слайд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Google Shape;220;p28">
            <a:extLst xmlns:a="http://schemas.openxmlformats.org/drawingml/2006/main">
              <a:ext uri="{FF2B5EF4-FFF2-40B4-BE49-F238E27FC236}">
                <a16:creationId xmlns:a16="http://schemas.microsoft.com/office/drawing/2014/main" id="{5771D170-D7EB-48B6-B17E-DAED9E0BCD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1" name="Google Shape;221;p28">
            <a:extLst xmlns:a="http://schemas.openxmlformats.org/drawingml/2006/main">
              <a:ext uri="{FF2B5EF4-FFF2-40B4-BE49-F238E27FC236}">
                <a16:creationId xmlns:a16="http://schemas.microsoft.com/office/drawing/2014/main" id="{90C2C8A0-6F11-487F-BCB9-4C7B84484B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222" name="Google Shape;222;p28">
            <a:extLst xmlns:a="http://schemas.openxmlformats.org/drawingml/2006/main">
              <a:ext uri="{FF2B5EF4-FFF2-40B4-BE49-F238E27FC236}">
                <a16:creationId xmlns:a16="http://schemas.microsoft.com/office/drawing/2014/main" id="{B16B9A82-87C6-4598-B218-E0F508C6C8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3" name="Google Shape;223;p28">
            <a:extLst xmlns:a="http://schemas.openxmlformats.org/drawingml/2006/main">
              <a:ext uri="{FF2B5EF4-FFF2-40B4-BE49-F238E27FC236}">
                <a16:creationId xmlns:a16="http://schemas.microsoft.com/office/drawing/2014/main" id="{34EA0365-DCA1-42E8-9BBD-71A385B3E5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4" name="Google Shape;224;p28">
            <a:extLst xmlns:a="http://schemas.openxmlformats.org/drawingml/2006/main">
              <a:ext uri="{FF2B5EF4-FFF2-40B4-BE49-F238E27FC236}">
                <a16:creationId xmlns:a16="http://schemas.microsoft.com/office/drawing/2014/main" id="{C766B46F-FF28-41B7-B407-4CD22418BE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Заголовок и объект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6" name="Google Shape;226;p29">
            <a:extLst xmlns:a="http://schemas.openxmlformats.org/drawingml/2006/main">
              <a:ext uri="{FF2B5EF4-FFF2-40B4-BE49-F238E27FC236}">
                <a16:creationId xmlns:a16="http://schemas.microsoft.com/office/drawing/2014/main" id="{A7D6A393-4A3F-459F-B051-FFE4DC610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7" name="Google Shape;227;p29">
            <a:extLst xmlns:a="http://schemas.openxmlformats.org/drawingml/2006/main">
              <a:ext uri="{FF2B5EF4-FFF2-40B4-BE49-F238E27FC236}">
                <a16:creationId xmlns:a16="http://schemas.microsoft.com/office/drawing/2014/main" id="{D9CFED16-54DA-4F45-BADE-F540097C1A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28" name="Google Shape;228;p29">
            <a:extLst xmlns:a="http://schemas.openxmlformats.org/drawingml/2006/main">
              <a:ext uri="{FF2B5EF4-FFF2-40B4-BE49-F238E27FC236}">
                <a16:creationId xmlns:a16="http://schemas.microsoft.com/office/drawing/2014/main" id="{E3BC66F4-5E51-47DD-B392-BD0523B7CB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9" name="Google Shape;229;p29">
            <a:extLst xmlns:a="http://schemas.openxmlformats.org/drawingml/2006/main">
              <a:ext uri="{FF2B5EF4-FFF2-40B4-BE49-F238E27FC236}">
                <a16:creationId xmlns:a16="http://schemas.microsoft.com/office/drawing/2014/main" id="{BDFC3B29-702A-4631-8184-B664F3F9CD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30" name="Google Shape;230;p29">
            <a:extLst xmlns:a="http://schemas.openxmlformats.org/drawingml/2006/main">
              <a:ext uri="{FF2B5EF4-FFF2-40B4-BE49-F238E27FC236}">
                <a16:creationId xmlns:a16="http://schemas.microsoft.com/office/drawing/2014/main" id="{CC23D8B6-D932-4966-8DC8-CF41EDDE70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Заголовок раздела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2" name="Google Shape;232;p30">
            <a:extLst xmlns:a="http://schemas.openxmlformats.org/drawingml/2006/main">
              <a:ext uri="{FF2B5EF4-FFF2-40B4-BE49-F238E27FC236}">
                <a16:creationId xmlns:a16="http://schemas.microsoft.com/office/drawing/2014/main" id="{E36F4D18-595B-47A7-9F83-DC799FD90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33" name="Google Shape;233;p30">
            <a:extLst xmlns:a="http://schemas.openxmlformats.org/drawingml/2006/main">
              <a:ext uri="{FF2B5EF4-FFF2-40B4-BE49-F238E27FC236}">
                <a16:creationId xmlns:a16="http://schemas.microsoft.com/office/drawing/2014/main" id="{7A2F7B30-37CB-441D-8FCA-805D688685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34" name="Google Shape;234;p30">
            <a:extLst xmlns:a="http://schemas.openxmlformats.org/drawingml/2006/main">
              <a:ext uri="{FF2B5EF4-FFF2-40B4-BE49-F238E27FC236}">
                <a16:creationId xmlns:a16="http://schemas.microsoft.com/office/drawing/2014/main" id="{62F7934E-0AF3-41D3-BD2E-22A3B1DE88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35" name="Google Shape;235;p30">
            <a:extLst xmlns:a="http://schemas.openxmlformats.org/drawingml/2006/main">
              <a:ext uri="{FF2B5EF4-FFF2-40B4-BE49-F238E27FC236}">
                <a16:creationId xmlns:a16="http://schemas.microsoft.com/office/drawing/2014/main" id="{175826C6-3118-42C8-924F-3F9630C17A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36" name="Google Shape;236;p30">
            <a:extLst xmlns:a="http://schemas.openxmlformats.org/drawingml/2006/main">
              <a:ext uri="{FF2B5EF4-FFF2-40B4-BE49-F238E27FC236}">
                <a16:creationId xmlns:a16="http://schemas.microsoft.com/office/drawing/2014/main" id="{87285392-7062-449C-9442-7F7F6D2D6B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Два объекта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8" name="Google Shape;238;p31">
            <a:extLst xmlns:a="http://schemas.openxmlformats.org/drawingml/2006/main">
              <a:ext uri="{FF2B5EF4-FFF2-40B4-BE49-F238E27FC236}">
                <a16:creationId xmlns:a16="http://schemas.microsoft.com/office/drawing/2014/main" id="{1CCE4B3C-A788-4F8F-A4BD-94624F43A5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39" name="Google Shape;239;p31">
            <a:extLst xmlns:a="http://schemas.openxmlformats.org/drawingml/2006/main">
              <a:ext uri="{FF2B5EF4-FFF2-40B4-BE49-F238E27FC236}">
                <a16:creationId xmlns:a16="http://schemas.microsoft.com/office/drawing/2014/main" id="{8FE665F8-69CD-402F-98DD-196D34FA33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0" name="Google Shape;240;p31">
            <a:extLst xmlns:a="http://schemas.openxmlformats.org/drawingml/2006/main">
              <a:ext uri="{FF2B5EF4-FFF2-40B4-BE49-F238E27FC236}">
                <a16:creationId xmlns:a16="http://schemas.microsoft.com/office/drawing/2014/main" id="{24C35A2B-03F8-4228-ACCA-E1A5708088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1" name="Google Shape;241;p31">
            <a:extLst xmlns:a="http://schemas.openxmlformats.org/drawingml/2006/main">
              <a:ext uri="{FF2B5EF4-FFF2-40B4-BE49-F238E27FC236}">
                <a16:creationId xmlns:a16="http://schemas.microsoft.com/office/drawing/2014/main" id="{A17ED6E1-6F8F-4247-B32B-E88E20CDF2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42" name="Google Shape;242;p31">
            <a:extLst xmlns:a="http://schemas.openxmlformats.org/drawingml/2006/main">
              <a:ext uri="{FF2B5EF4-FFF2-40B4-BE49-F238E27FC236}">
                <a16:creationId xmlns:a16="http://schemas.microsoft.com/office/drawing/2014/main" id="{75C2BC44-D85C-4F19-B99F-611E9381EB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43" name="Google Shape;243;p31">
            <a:extLst xmlns:a="http://schemas.openxmlformats.org/drawingml/2006/main">
              <a:ext uri="{FF2B5EF4-FFF2-40B4-BE49-F238E27FC236}">
                <a16:creationId xmlns:a16="http://schemas.microsoft.com/office/drawing/2014/main" id="{8588E505-7AC3-4BAC-9DBE-76F982C182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matchingName="Сравнение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5" name="Google Shape;245;p32">
            <a:extLst xmlns:a="http://schemas.openxmlformats.org/drawingml/2006/main">
              <a:ext uri="{FF2B5EF4-FFF2-40B4-BE49-F238E27FC236}">
                <a16:creationId xmlns:a16="http://schemas.microsoft.com/office/drawing/2014/main" id="{0B893FBD-D86F-489A-80F4-1A9FE6C14A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46" name="Google Shape;246;p32">
            <a:extLst xmlns:a="http://schemas.openxmlformats.org/drawingml/2006/main">
              <a:ext uri="{FF2B5EF4-FFF2-40B4-BE49-F238E27FC236}">
                <a16:creationId xmlns:a16="http://schemas.microsoft.com/office/drawing/2014/main" id="{D1D3CC0D-B2F4-43F3-89FD-8148DA984C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247" name="Google Shape;247;p32">
            <a:extLst xmlns:a="http://schemas.openxmlformats.org/drawingml/2006/main">
              <a:ext uri="{FF2B5EF4-FFF2-40B4-BE49-F238E27FC236}">
                <a16:creationId xmlns:a16="http://schemas.microsoft.com/office/drawing/2014/main" id="{3AEE0346-EC66-42BB-8EED-932D362C68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8" name="Google Shape;248;p32">
            <a:extLst xmlns:a="http://schemas.openxmlformats.org/drawingml/2006/main">
              <a:ext uri="{FF2B5EF4-FFF2-40B4-BE49-F238E27FC236}">
                <a16:creationId xmlns:a16="http://schemas.microsoft.com/office/drawing/2014/main" id="{C47B29FB-0AF9-45E0-8A39-54F20610BDC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249" name="Google Shape;249;p32">
            <a:extLst xmlns:a="http://schemas.openxmlformats.org/drawingml/2006/main">
              <a:ext uri="{FF2B5EF4-FFF2-40B4-BE49-F238E27FC236}">
                <a16:creationId xmlns:a16="http://schemas.microsoft.com/office/drawing/2014/main" id="{E5FAC068-7323-4D83-A48B-0ED8A8818F8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50" name="Google Shape;250;p32">
            <a:extLst xmlns:a="http://schemas.openxmlformats.org/drawingml/2006/main">
              <a:ext uri="{FF2B5EF4-FFF2-40B4-BE49-F238E27FC236}">
                <a16:creationId xmlns:a16="http://schemas.microsoft.com/office/drawing/2014/main" id="{EFB14416-B755-418C-A5EE-27CE852EAE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1" name="Google Shape;251;p32">
            <a:extLst xmlns:a="http://schemas.openxmlformats.org/drawingml/2006/main">
              <a:ext uri="{FF2B5EF4-FFF2-40B4-BE49-F238E27FC236}">
                <a16:creationId xmlns:a16="http://schemas.microsoft.com/office/drawing/2014/main" id="{AD2A145B-81A4-423F-8DF3-700C7B007E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2" name="Google Shape;252;p32">
            <a:extLst xmlns:a="http://schemas.openxmlformats.org/drawingml/2006/main">
              <a:ext uri="{FF2B5EF4-FFF2-40B4-BE49-F238E27FC236}">
                <a16:creationId xmlns:a16="http://schemas.microsoft.com/office/drawing/2014/main" id="{D204E651-D5FA-47B8-A5B1-4A0FAC36B5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matchingName="Только заголовок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4" name="Google Shape;254;p33">
            <a:extLst xmlns:a="http://schemas.openxmlformats.org/drawingml/2006/main">
              <a:ext uri="{FF2B5EF4-FFF2-40B4-BE49-F238E27FC236}">
                <a16:creationId xmlns:a16="http://schemas.microsoft.com/office/drawing/2014/main" id="{0DBC9CB8-C019-4758-9960-85EE662BA3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5" name="Google Shape;255;p33">
            <a:extLst xmlns:a="http://schemas.openxmlformats.org/drawingml/2006/main">
              <a:ext uri="{FF2B5EF4-FFF2-40B4-BE49-F238E27FC236}">
                <a16:creationId xmlns:a16="http://schemas.microsoft.com/office/drawing/2014/main" id="{77450501-BD75-482D-9F85-C0E60F6FFA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6" name="Google Shape;256;p33">
            <a:extLst xmlns:a="http://schemas.openxmlformats.org/drawingml/2006/main">
              <a:ext uri="{FF2B5EF4-FFF2-40B4-BE49-F238E27FC236}">
                <a16:creationId xmlns:a16="http://schemas.microsoft.com/office/drawing/2014/main" id="{9A1ED726-0EBE-47A3-9DCB-85B6DFFD71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7" name="Google Shape;257;p33">
            <a:extLst xmlns:a="http://schemas.openxmlformats.org/drawingml/2006/main">
              <a:ext uri="{FF2B5EF4-FFF2-40B4-BE49-F238E27FC236}">
                <a16:creationId xmlns:a16="http://schemas.microsoft.com/office/drawing/2014/main" id="{FE74485F-8E1F-4725-B1F1-64771FA26F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matchingName="Пустой слайд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9" name="Google Shape;259;p34">
            <a:extLst xmlns:a="http://schemas.openxmlformats.org/drawingml/2006/main">
              <a:ext uri="{FF2B5EF4-FFF2-40B4-BE49-F238E27FC236}">
                <a16:creationId xmlns:a16="http://schemas.microsoft.com/office/drawing/2014/main" id="{5C9D3E0B-2C18-4092-A128-59BC105F23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60" name="Google Shape;260;p34">
            <a:extLst xmlns:a="http://schemas.openxmlformats.org/drawingml/2006/main">
              <a:ext uri="{FF2B5EF4-FFF2-40B4-BE49-F238E27FC236}">
                <a16:creationId xmlns:a16="http://schemas.microsoft.com/office/drawing/2014/main" id="{8F500F79-B187-4BA5-8EE3-EC3F09166F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61" name="Google Shape;261;p34">
            <a:extLst xmlns:a="http://schemas.openxmlformats.org/drawingml/2006/main">
              <a:ext uri="{FF2B5EF4-FFF2-40B4-BE49-F238E27FC236}">
                <a16:creationId xmlns:a16="http://schemas.microsoft.com/office/drawing/2014/main" id="{D4F4F26A-2E0C-4F40-878A-9F3F24188C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matchingName="Объект с подписью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3" name="Google Shape;263;p35">
            <a:extLst xmlns:a="http://schemas.openxmlformats.org/drawingml/2006/main">
              <a:ext uri="{FF2B5EF4-FFF2-40B4-BE49-F238E27FC236}">
                <a16:creationId xmlns:a16="http://schemas.microsoft.com/office/drawing/2014/main" id="{E4DEC5E1-64AE-48D8-9592-48741AFAF9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64" name="Google Shape;264;p35">
            <a:extLst xmlns:a="http://schemas.openxmlformats.org/drawingml/2006/main">
              <a:ext uri="{FF2B5EF4-FFF2-40B4-BE49-F238E27FC236}">
                <a16:creationId xmlns:a16="http://schemas.microsoft.com/office/drawing/2014/main" id="{45A3CB13-B5C5-42D7-8DE7-84D52D1C96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265" name="Google Shape;265;p35">
            <a:extLst xmlns:a="http://schemas.openxmlformats.org/drawingml/2006/main">
              <a:ext uri="{FF2B5EF4-FFF2-40B4-BE49-F238E27FC236}">
                <a16:creationId xmlns:a16="http://schemas.microsoft.com/office/drawing/2014/main" id="{FF7B2D83-5837-4CF8-A0A7-EC840FD680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266" name="Google Shape;266;p35">
            <a:extLst xmlns:a="http://schemas.openxmlformats.org/drawingml/2006/main">
              <a:ext uri="{FF2B5EF4-FFF2-40B4-BE49-F238E27FC236}">
                <a16:creationId xmlns:a16="http://schemas.microsoft.com/office/drawing/2014/main" id="{F7993D5F-1579-4CC8-8618-92FF56B50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67" name="Google Shape;267;p35">
            <a:extLst xmlns:a="http://schemas.openxmlformats.org/drawingml/2006/main">
              <a:ext uri="{FF2B5EF4-FFF2-40B4-BE49-F238E27FC236}">
                <a16:creationId xmlns:a16="http://schemas.microsoft.com/office/drawing/2014/main" id="{0D6AC2ED-9456-4E4B-87C7-E16BF7319E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68" name="Google Shape;268;p35">
            <a:extLst xmlns:a="http://schemas.openxmlformats.org/drawingml/2006/main">
              <a:ext uri="{FF2B5EF4-FFF2-40B4-BE49-F238E27FC236}">
                <a16:creationId xmlns:a16="http://schemas.microsoft.com/office/drawing/2014/main" id="{866C7072-B39C-4B41-A74D-A27394801C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matchingName="Рисунок с подписью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0" name="Google Shape;270;p36">
            <a:extLst xmlns:a="http://schemas.openxmlformats.org/drawingml/2006/main">
              <a:ext uri="{FF2B5EF4-FFF2-40B4-BE49-F238E27FC236}">
                <a16:creationId xmlns:a16="http://schemas.microsoft.com/office/drawing/2014/main" id="{BF092075-0149-4C9D-9315-887C4350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1" name="Google Shape;271;p36">
            <a:extLst xmlns:a="http://schemas.openxmlformats.org/drawingml/2006/main">
              <a:ext uri="{FF2B5EF4-FFF2-40B4-BE49-F238E27FC236}">
                <a16:creationId xmlns:a16="http://schemas.microsoft.com/office/drawing/2014/main" id="{2AB09D56-425C-4696-834E-04A3B66EDD43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72" name="Google Shape;272;p36">
            <a:extLst xmlns:a="http://schemas.openxmlformats.org/drawingml/2006/main">
              <a:ext uri="{FF2B5EF4-FFF2-40B4-BE49-F238E27FC236}">
                <a16:creationId xmlns:a16="http://schemas.microsoft.com/office/drawing/2014/main" id="{53D60641-A583-438F-A581-BEC22D674F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273" name="Google Shape;273;p36">
            <a:extLst xmlns:a="http://schemas.openxmlformats.org/drawingml/2006/main">
              <a:ext uri="{FF2B5EF4-FFF2-40B4-BE49-F238E27FC236}">
                <a16:creationId xmlns:a16="http://schemas.microsoft.com/office/drawing/2014/main" id="{9BB521CB-67F1-481B-8342-214FBE7633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4" name="Google Shape;274;p36">
            <a:extLst xmlns:a="http://schemas.openxmlformats.org/drawingml/2006/main">
              <a:ext uri="{FF2B5EF4-FFF2-40B4-BE49-F238E27FC236}">
                <a16:creationId xmlns:a16="http://schemas.microsoft.com/office/drawing/2014/main" id="{24A138F0-B294-4523-870B-7D46798ACC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5" name="Google Shape;275;p36">
            <a:extLst xmlns:a="http://schemas.openxmlformats.org/drawingml/2006/main">
              <a:ext uri="{FF2B5EF4-FFF2-40B4-BE49-F238E27FC236}">
                <a16:creationId xmlns:a16="http://schemas.microsoft.com/office/drawing/2014/main" id="{9E7F2F8E-B4CE-4A6F-BDA6-22750959C3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matchingName="Заголовок и вертикальный текст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7" name="Google Shape;277;p37">
            <a:extLst xmlns:a="http://schemas.openxmlformats.org/drawingml/2006/main">
              <a:ext uri="{FF2B5EF4-FFF2-40B4-BE49-F238E27FC236}">
                <a16:creationId xmlns:a16="http://schemas.microsoft.com/office/drawing/2014/main" id="{0696929C-D941-4120-AD49-49CC6A2814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8" name="Google Shape;278;p37">
            <a:extLst xmlns:a="http://schemas.openxmlformats.org/drawingml/2006/main">
              <a:ext uri="{FF2B5EF4-FFF2-40B4-BE49-F238E27FC236}">
                <a16:creationId xmlns:a16="http://schemas.microsoft.com/office/drawing/2014/main" id="{B469F12B-40E6-4376-820E-9558BF6C80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79" name="Google Shape;279;p37">
            <a:extLst xmlns:a="http://schemas.openxmlformats.org/drawingml/2006/main">
              <a:ext uri="{FF2B5EF4-FFF2-40B4-BE49-F238E27FC236}">
                <a16:creationId xmlns:a16="http://schemas.microsoft.com/office/drawing/2014/main" id="{B9D3D9B5-DCA4-45E5-82B4-149B6B0204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0" name="Google Shape;280;p37">
            <a:extLst xmlns:a="http://schemas.openxmlformats.org/drawingml/2006/main">
              <a:ext uri="{FF2B5EF4-FFF2-40B4-BE49-F238E27FC236}">
                <a16:creationId xmlns:a16="http://schemas.microsoft.com/office/drawing/2014/main" id="{11782C3B-41CE-4461-86E7-56F8B546FC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1" name="Google Shape;281;p37">
            <a:extLst xmlns:a="http://schemas.openxmlformats.org/drawingml/2006/main">
              <a:ext uri="{FF2B5EF4-FFF2-40B4-BE49-F238E27FC236}">
                <a16:creationId xmlns:a16="http://schemas.microsoft.com/office/drawing/2014/main" id="{05C26F43-0B85-40BB-952D-070A4D1337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6.xml><?xml version="1.0" encoding="utf-8"?>
<p:sldLayout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3" name="Google Shape;283;p38">
            <a:extLst xmlns:a="http://schemas.openxmlformats.org/drawingml/2006/main">
              <a:ext uri="{FF2B5EF4-FFF2-40B4-BE49-F238E27FC236}">
                <a16:creationId xmlns:a16="http://schemas.microsoft.com/office/drawing/2014/main" id="{F880BAF9-F14F-4DA1-A23A-8E723AFA4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4" name="Google Shape;284;p38">
            <a:extLst xmlns:a="http://schemas.openxmlformats.org/drawingml/2006/main">
              <a:ext uri="{FF2B5EF4-FFF2-40B4-BE49-F238E27FC236}">
                <a16:creationId xmlns:a16="http://schemas.microsoft.com/office/drawing/2014/main" id="{D20C27DF-69C2-4EC3-A389-BBFFF50729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85" name="Google Shape;285;p38">
            <a:extLst xmlns:a="http://schemas.openxmlformats.org/drawingml/2006/main">
              <a:ext uri="{FF2B5EF4-FFF2-40B4-BE49-F238E27FC236}">
                <a16:creationId xmlns:a16="http://schemas.microsoft.com/office/drawing/2014/main" id="{78C41D22-1857-403F-B880-EAC92EA17B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6" name="Google Shape;286;p38">
            <a:extLst xmlns:a="http://schemas.openxmlformats.org/drawingml/2006/main">
              <a:ext uri="{FF2B5EF4-FFF2-40B4-BE49-F238E27FC236}">
                <a16:creationId xmlns:a16="http://schemas.microsoft.com/office/drawing/2014/main" id="{3B7F7CEF-C1AD-4365-B776-A13A292B4C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7" name="Google Shape;287;p38">
            <a:extLst xmlns:a="http://schemas.openxmlformats.org/drawingml/2006/main">
              <a:ext uri="{FF2B5EF4-FFF2-40B4-BE49-F238E27FC236}">
                <a16:creationId xmlns:a16="http://schemas.microsoft.com/office/drawing/2014/main" id="{AEA72466-40FB-434E-AB36-56E98A9F53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935007cb5349d9" /><Relationship Type="http://schemas.openxmlformats.org/officeDocument/2006/relationships/slideLayout" Target="/ppt/slideLayouts/slideLayout1.xml" Id="R7853bf4f96a341fb" /><Relationship Type="http://schemas.openxmlformats.org/officeDocument/2006/relationships/slideLayout" Target="/ppt/slideLayouts/slideLayout2.xml" Id="R45cbedec9594486c" /><Relationship Type="http://schemas.openxmlformats.org/officeDocument/2006/relationships/slideLayout" Target="/ppt/slideLayouts/slideLayout3.xml" Id="R39ba167ab7ab4e6f" /><Relationship Type="http://schemas.openxmlformats.org/officeDocument/2006/relationships/slideLayout" Target="/ppt/slideLayouts/slideLayout4.xml" Id="R0ee0cfd8d33e496c" /><Relationship Type="http://schemas.openxmlformats.org/officeDocument/2006/relationships/slideLayout" Target="/ppt/slideLayouts/slideLayout5.xml" Id="Ra3531063c11b4510" /><Relationship Type="http://schemas.openxmlformats.org/officeDocument/2006/relationships/slideLayout" Target="/ppt/slideLayouts/slideLayout6.xml" Id="Rb68e33b687f94834" /><Relationship Type="http://schemas.openxmlformats.org/officeDocument/2006/relationships/slideLayout" Target="/ppt/slideLayouts/slideLayout7.xml" Id="Rb684acdb49f14007" /><Relationship Type="http://schemas.openxmlformats.org/officeDocument/2006/relationships/slideLayout" Target="/ppt/slideLayouts/slideLayout8.xml" Id="R981f1549bf0c4913" /><Relationship Type="http://schemas.openxmlformats.org/officeDocument/2006/relationships/slideLayout" Target="/ppt/slideLayouts/slideLayout9.xml" Id="R4674ada6773b4c77" /><Relationship Type="http://schemas.openxmlformats.org/officeDocument/2006/relationships/slideLayout" Target="/ppt/slideLayouts/slideLayout10.xml" Id="R73222a3d231447be" /><Relationship Type="http://schemas.openxmlformats.org/officeDocument/2006/relationships/slideLayout" Target="/ppt/slideLayouts/slideLayout11.xml" Id="R182cf6e220c14b0b" /><Relationship Type="http://schemas.openxmlformats.org/officeDocument/2006/relationships/slideLayout" Target="/ppt/slideLayouts/slideLayout12.xml" Id="R75873a39ab3a4afb" /><Relationship Type="http://schemas.openxmlformats.org/officeDocument/2006/relationships/slideLayout" Target="/ppt/slideLayouts/slideLayout13.xml" Id="Re355f2499b4949c1" /><Relationship Type="http://schemas.openxmlformats.org/officeDocument/2006/relationships/slideLayout" Target="/ppt/slideLayouts/slideLayout14.xml" Id="R2b2b40605d9546c0" /><Relationship Type="http://schemas.openxmlformats.org/officeDocument/2006/relationships/slideLayout" Target="/ppt/slideLayouts/slideLayout15.xml" Id="Rcf624b20013b499f" /><Relationship Type="http://schemas.openxmlformats.org/officeDocument/2006/relationships/slideLayout" Target="/ppt/slideLayouts/slideLayout16.xml" Id="Ra7686327f8024ac7" /><Relationship Type="http://schemas.openxmlformats.org/officeDocument/2006/relationships/slideLayout" Target="/ppt/slideLayouts/slideLayout17.xml" Id="Redf2a27c062848ec" /><Relationship Type="http://schemas.openxmlformats.org/officeDocument/2006/relationships/slideLayout" Target="/ppt/slideLayouts/slideLayout18.xml" Id="Rc3c9613b4c584502" /><Relationship Type="http://schemas.openxmlformats.org/officeDocument/2006/relationships/slideLayout" Target="/ppt/slideLayouts/slideLayout19.xml" Id="Raf3e0252195848c8" /><Relationship Type="http://schemas.openxmlformats.org/officeDocument/2006/relationships/slideLayout" Target="/ppt/slideLayouts/slideLayout20.xml" Id="Re70e1390fd564e40" /><Relationship Type="http://schemas.openxmlformats.org/officeDocument/2006/relationships/slideLayout" Target="/ppt/slideLayouts/slideLayout21.xml" Id="R0f4395033c6347e0" /><Relationship Type="http://schemas.openxmlformats.org/officeDocument/2006/relationships/slideLayout" Target="/ppt/slideLayouts/slideLayout22.xml" Id="Red6fa8c22ca74be6" /><Relationship Type="http://schemas.openxmlformats.org/officeDocument/2006/relationships/slideLayout" Target="/ppt/slideLayouts/slideLayout23.xml" Id="Rb6b839184b2345d1" /><Relationship Type="http://schemas.openxmlformats.org/officeDocument/2006/relationships/slideLayout" Target="/ppt/slideLayouts/slideLayout24.xml" Id="Rf67da0fb41a3448f" /><Relationship Type="http://schemas.openxmlformats.org/officeDocument/2006/relationships/slideLayout" Target="/ppt/slideLayouts/slideLayout25.xml" Id="Rdaa5ea68a1514c8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1de36843f0547f9" /><Relationship Type="http://schemas.openxmlformats.org/officeDocument/2006/relationships/slideLayout" Target="/ppt/slideLayouts/slideLayout26.xml" Id="R586b187f24a248ce" /><Relationship Type="http://schemas.openxmlformats.org/officeDocument/2006/relationships/slideLayout" Target="/ppt/slideLayouts/slideLayout27.xml" Id="R1c098a7e10524f2a" /><Relationship Type="http://schemas.openxmlformats.org/officeDocument/2006/relationships/slideLayout" Target="/ppt/slideLayouts/slideLayout28.xml" Id="R7b74b7125cc9401a" /><Relationship Type="http://schemas.openxmlformats.org/officeDocument/2006/relationships/slideLayout" Target="/ppt/slideLayouts/slideLayout29.xml" Id="R328f75abb54147e0" /><Relationship Type="http://schemas.openxmlformats.org/officeDocument/2006/relationships/slideLayout" Target="/ppt/slideLayouts/slideLayout30.xml" Id="Rc60c7ae376ba4076" /><Relationship Type="http://schemas.openxmlformats.org/officeDocument/2006/relationships/slideLayout" Target="/ppt/slideLayouts/slideLayout31.xml" Id="R121ec69da71a4c2f" /><Relationship Type="http://schemas.openxmlformats.org/officeDocument/2006/relationships/slideLayout" Target="/ppt/slideLayouts/slideLayout32.xml" Id="Ref7813d7698a45fa" /><Relationship Type="http://schemas.openxmlformats.org/officeDocument/2006/relationships/slideLayout" Target="/ppt/slideLayouts/slideLayout33.xml" Id="Raf91ab17f7454118" /><Relationship Type="http://schemas.openxmlformats.org/officeDocument/2006/relationships/slideLayout" Target="/ppt/slideLayouts/slideLayout34.xml" Id="Rd46158ca4c454b30" /><Relationship Type="http://schemas.openxmlformats.org/officeDocument/2006/relationships/slideLayout" Target="/ppt/slideLayouts/slideLayout35.xml" Id="Rda04ff12b9c24599" /><Relationship Type="http://schemas.openxmlformats.org/officeDocument/2006/relationships/slideLayout" Target="/ppt/slideLayouts/slideLayout36.xml" Id="R7671124c4e884e82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1763D5E0-D876-4E7B-A910-7EA412ACFB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FD560E0B-0D73-4898-8A08-6373696100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31755970-1195-48E5-900C-3A1F76D25F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53bf4f96a341fb"/>
    <p:sldLayoutId xmlns:r="http://schemas.openxmlformats.org/officeDocument/2006/relationships" id="2147483650" r:id="R45cbedec9594486c"/>
    <p:sldLayoutId xmlns:r="http://schemas.openxmlformats.org/officeDocument/2006/relationships" id="2147483651" r:id="R39ba167ab7ab4e6f"/>
    <p:sldLayoutId xmlns:r="http://schemas.openxmlformats.org/officeDocument/2006/relationships" id="2147483652" r:id="R0ee0cfd8d33e496c"/>
    <p:sldLayoutId xmlns:r="http://schemas.openxmlformats.org/officeDocument/2006/relationships" id="2147483653" r:id="Ra3531063c11b4510"/>
    <p:sldLayoutId xmlns:r="http://schemas.openxmlformats.org/officeDocument/2006/relationships" id="2147483654" r:id="Rb68e33b687f94834"/>
    <p:sldLayoutId xmlns:r="http://schemas.openxmlformats.org/officeDocument/2006/relationships" id="2147483655" r:id="Rb684acdb49f14007"/>
    <p:sldLayoutId xmlns:r="http://schemas.openxmlformats.org/officeDocument/2006/relationships" id="2147483656" r:id="R981f1549bf0c4913"/>
    <p:sldLayoutId xmlns:r="http://schemas.openxmlformats.org/officeDocument/2006/relationships" id="2147483657" r:id="R4674ada6773b4c77"/>
    <p:sldLayoutId xmlns:r="http://schemas.openxmlformats.org/officeDocument/2006/relationships" id="2147483658" r:id="R73222a3d231447be"/>
    <p:sldLayoutId xmlns:r="http://schemas.openxmlformats.org/officeDocument/2006/relationships" id="2147483659" r:id="R182cf6e220c14b0b"/>
    <p:sldLayoutId xmlns:r="http://schemas.openxmlformats.org/officeDocument/2006/relationships" id="2147483660" r:id="R75873a39ab3a4afb"/>
    <p:sldLayoutId xmlns:r="http://schemas.openxmlformats.org/officeDocument/2006/relationships" id="2147483661" r:id="Re355f2499b4949c1"/>
    <p:sldLayoutId xmlns:r="http://schemas.openxmlformats.org/officeDocument/2006/relationships" id="2147483662" r:id="R2b2b40605d9546c0"/>
    <p:sldLayoutId xmlns:r="http://schemas.openxmlformats.org/officeDocument/2006/relationships" id="2147483663" r:id="Rcf624b20013b499f"/>
    <p:sldLayoutId xmlns:r="http://schemas.openxmlformats.org/officeDocument/2006/relationships" id="2147483664" r:id="Ra7686327f8024ac7"/>
    <p:sldLayoutId xmlns:r="http://schemas.openxmlformats.org/officeDocument/2006/relationships" id="2147483665" r:id="Redf2a27c062848ec"/>
    <p:sldLayoutId xmlns:r="http://schemas.openxmlformats.org/officeDocument/2006/relationships" id="2147483666" r:id="Rc3c9613b4c584502"/>
    <p:sldLayoutId xmlns:r="http://schemas.openxmlformats.org/officeDocument/2006/relationships" id="2147483667" r:id="Raf3e0252195848c8"/>
    <p:sldLayoutId xmlns:r="http://schemas.openxmlformats.org/officeDocument/2006/relationships" id="2147483668" r:id="Re70e1390fd564e40"/>
    <p:sldLayoutId xmlns:r="http://schemas.openxmlformats.org/officeDocument/2006/relationships" id="2147483669" r:id="R0f4395033c6347e0"/>
    <p:sldLayoutId xmlns:r="http://schemas.openxmlformats.org/officeDocument/2006/relationships" id="2147483670" r:id="Red6fa8c22ca74be6"/>
    <p:sldLayoutId xmlns:r="http://schemas.openxmlformats.org/officeDocument/2006/relationships" id="2147483671" r:id="Rb6b839184b2345d1"/>
    <p:sldLayoutId xmlns:r="http://schemas.openxmlformats.org/officeDocument/2006/relationships" id="2147483672" r:id="Rf67da0fb41a3448f"/>
    <p:sldLayoutId xmlns:r="http://schemas.openxmlformats.org/officeDocument/2006/relationships" id="2147483673" r:id="Rdaa5ea68a1514c8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4" name="Google Shape;214;p27">
            <a:extLst xmlns:a="http://schemas.openxmlformats.org/drawingml/2006/main">
              <a:ext uri="{FF2B5EF4-FFF2-40B4-BE49-F238E27FC236}">
                <a16:creationId xmlns:a16="http://schemas.microsoft.com/office/drawing/2014/main" id="{BDA3EBC7-99AF-481D-8469-2AF867A707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cap="none">
                <a:solidFill>
                  <a:schemeClr val="dk1"/>
                </a:solidFill>
                <a:latin typeface="Play"/>
                <a:ea typeface="Play"/>
                <a:cs typeface="Play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215" name="Google Shape;215;p27">
            <a:extLst xmlns:a="http://schemas.openxmlformats.org/drawingml/2006/main">
              <a:ext uri="{FF2B5EF4-FFF2-40B4-BE49-F238E27FC236}">
                <a16:creationId xmlns:a16="http://schemas.microsoft.com/office/drawing/2014/main" id="{68EA0152-F3EF-40AA-9506-D7B39A08B5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16" name="Google Shape;216;p27">
            <a:extLst xmlns:a="http://schemas.openxmlformats.org/drawingml/2006/main">
              <a:ext uri="{FF2B5EF4-FFF2-40B4-BE49-F238E27FC236}">
                <a16:creationId xmlns:a16="http://schemas.microsoft.com/office/drawing/2014/main" id="{5C028D95-5680-4362-9E48-8BE873C04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17" name="Google Shape;217;p27">
            <a:extLst xmlns:a="http://schemas.openxmlformats.org/drawingml/2006/main">
              <a:ext uri="{FF2B5EF4-FFF2-40B4-BE49-F238E27FC236}">
                <a16:creationId xmlns:a16="http://schemas.microsoft.com/office/drawing/2014/main" id="{82BCD8CC-C891-4108-8EED-B5C00420F9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18" name="Google Shape;218;p27">
            <a:extLst xmlns:a="http://schemas.openxmlformats.org/drawingml/2006/main">
              <a:ext uri="{FF2B5EF4-FFF2-40B4-BE49-F238E27FC236}">
                <a16:creationId xmlns:a16="http://schemas.microsoft.com/office/drawing/2014/main" id="{BB89BC12-80CD-4F3A-9EC2-2F56DCCA57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5" r:id="R586b187f24a248ce"/>
    <p:sldLayoutId xmlns:r="http://schemas.openxmlformats.org/officeDocument/2006/relationships" id="2147483676" r:id="R1c098a7e10524f2a"/>
    <p:sldLayoutId xmlns:r="http://schemas.openxmlformats.org/officeDocument/2006/relationships" id="2147483677" r:id="R7b74b7125cc9401a"/>
    <p:sldLayoutId xmlns:r="http://schemas.openxmlformats.org/officeDocument/2006/relationships" id="2147483678" r:id="R328f75abb54147e0"/>
    <p:sldLayoutId xmlns:r="http://schemas.openxmlformats.org/officeDocument/2006/relationships" id="2147483679" r:id="Rc60c7ae376ba4076"/>
    <p:sldLayoutId xmlns:r="http://schemas.openxmlformats.org/officeDocument/2006/relationships" id="2147483680" r:id="R121ec69da71a4c2f"/>
    <p:sldLayoutId xmlns:r="http://schemas.openxmlformats.org/officeDocument/2006/relationships" id="2147483681" r:id="Ref7813d7698a45fa"/>
    <p:sldLayoutId xmlns:r="http://schemas.openxmlformats.org/officeDocument/2006/relationships" id="2147483682" r:id="Raf91ab17f7454118"/>
    <p:sldLayoutId xmlns:r="http://schemas.openxmlformats.org/officeDocument/2006/relationships" id="2147483683" r:id="Rd46158ca4c454b30"/>
    <p:sldLayoutId xmlns:r="http://schemas.openxmlformats.org/officeDocument/2006/relationships" id="2147483684" r:id="Rda04ff12b9c24599"/>
    <p:sldLayoutId xmlns:r="http://schemas.openxmlformats.org/officeDocument/2006/relationships" id="2147483685" r:id="R7671124c4e884e8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af60536fd51d4536" /><Relationship Type="http://schemas.openxmlformats.org/officeDocument/2006/relationships/image" Target="/ppt/media/image9.png" Id="R876f2b4b4ea247b1" /><Relationship Type="http://schemas.openxmlformats.org/officeDocument/2006/relationships/image" Target="/ppt/media/image10.png" Id="R28b76763fae04883" /><Relationship Type="http://schemas.openxmlformats.org/officeDocument/2006/relationships/notesSlide" Target="/ppt/notesSlides/notesSlide1.xml" Id="Rcf339b5992704d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0ce79780bb2e490a" /><Relationship Type="http://schemas.openxmlformats.org/officeDocument/2006/relationships/image" Target="/ppt/media/image11.png" Id="R6c170f493ded43a6" /><Relationship Type="http://schemas.openxmlformats.org/officeDocument/2006/relationships/notesSlide" Target="/ppt/notesSlides/notesSlide2.xml" Id="Rb5d7db8c9b6342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c46bd21468894cfc" /><Relationship Type="http://schemas.openxmlformats.org/officeDocument/2006/relationships/notesSlide" Target="/ppt/notesSlides/notesSlide3.xml" Id="Ra2e88c7db18145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286827a0fc4540d7" /><Relationship Type="http://schemas.openxmlformats.org/officeDocument/2006/relationships/image" Target="/ppt/media/image12.png" Id="R646126f82ebf4e47" /><Relationship Type="http://schemas.openxmlformats.org/officeDocument/2006/relationships/notesSlide" Target="/ppt/notesSlides/notesSlide4.xml" Id="R243d443b45dc4d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29c889d086504a98" /><Relationship Type="http://schemas.openxmlformats.org/officeDocument/2006/relationships/image" Target="/ppt/media/image13.png" Id="Ra8c927d619384c44" /><Relationship Type="http://schemas.openxmlformats.org/officeDocument/2006/relationships/notesSlide" Target="/ppt/notesSlides/notesSlide5.xml" Id="Re142bd97d46941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e16eb7d35cad4347" /><Relationship Type="http://schemas.openxmlformats.org/officeDocument/2006/relationships/image" Target="/ppt/media/image14.png" Id="Ra206c2300109445e" /><Relationship Type="http://schemas.openxmlformats.org/officeDocument/2006/relationships/image" Target="/ppt/media/image15.png" Id="Rd301632fc93f4a2a" /><Relationship Type="http://schemas.openxmlformats.org/officeDocument/2006/relationships/notesSlide" Target="/ppt/notesSlides/notesSlide6.xml" Id="Rc97afd33f7a548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59315abea1b048f8" /><Relationship Type="http://schemas.openxmlformats.org/officeDocument/2006/relationships/image" Target="/ppt/media/image16.png" Id="R0d2d071ec4bf4d22" /><Relationship Type="http://schemas.openxmlformats.org/officeDocument/2006/relationships/notesSlide" Target="/ppt/notesSlides/notesSlide7.xml" Id="Rf6aa11aab9ce42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58af6b14b77245a3" /><Relationship Type="http://schemas.openxmlformats.org/officeDocument/2006/relationships/image" Target="/ppt/media/image17.png" Id="R9578bebf1b0e4cde" /><Relationship Type="http://schemas.openxmlformats.org/officeDocument/2006/relationships/notesSlide" Target="/ppt/notesSlides/notesSlide8.xml" Id="Rf19f39abcd7344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5a4cba07a02a4848" /><Relationship Type="http://schemas.openxmlformats.org/officeDocument/2006/relationships/hyperlink" Target="https://github.com/anthropics/commerce-agents" TargetMode="External" Id="R1c5750699e5142dc" /><Relationship Type="http://schemas.openxmlformats.org/officeDocument/2006/relationships/image" Target="/ppt/media/image18.png" Id="R1449664f2de14182" /><Relationship Type="http://schemas.openxmlformats.org/officeDocument/2006/relationships/notesSlide" Target="/ppt/notesSlides/notesSlide9.xml" Id="R4a5762b5f2bc48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cab41b61c03d44cb" /><Relationship Type="http://schemas.openxmlformats.org/officeDocument/2006/relationships/hyperlink" Target="https://v0.app/" TargetMode="External" Id="Ra64db7d8e2bf46fd" /><Relationship Type="http://schemas.openxmlformats.org/officeDocument/2006/relationships/hyperlink" Target="https://higgsfield.ai/" TargetMode="External" Id="Re68981e6a8824793" /><Relationship Type="http://schemas.openxmlformats.org/officeDocument/2006/relationships/image" Target="/ppt/media/image19.png" Id="R2cfbbcd1d5e14a06" /><Relationship Type="http://schemas.openxmlformats.org/officeDocument/2006/relationships/notesSlide" Target="/ppt/notesSlides/notesSlide10.xml" Id="R12c68e9b82df45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65876c3e7aa1400d" /><Relationship Type="http://schemas.openxmlformats.org/officeDocument/2006/relationships/hyperlink" Target="https://docs.openclaw.ai/concepts/agent" TargetMode="External" Id="Rd2c4b955d1ee494f" /><Relationship Type="http://schemas.openxmlformats.org/officeDocument/2006/relationships/hyperlink" Target="https://hermes-agent.nousresearch.com/docs/user-guide/features/skills" TargetMode="External" Id="Ra8ee8c4c0f6649e9" /><Relationship Type="http://schemas.openxmlformats.org/officeDocument/2006/relationships/image" Target="/ppt/media/image20.png" Id="Rfab6aec78fbb463a" /><Relationship Type="http://schemas.openxmlformats.org/officeDocument/2006/relationships/notesSlide" Target="/ppt/notesSlides/notesSlide11.xml" Id="R9a0970a7b43549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15f4f75d0b1a45e0" /><Relationship Type="http://schemas.openxmlformats.org/officeDocument/2006/relationships/image" Target="/ppt/media/image21.png" Id="R5bdbe9e6a6e24eeb" /><Relationship Type="http://schemas.openxmlformats.org/officeDocument/2006/relationships/notesSlide" Target="/ppt/notesSlides/notesSlide12.xml" Id="R86cba90c061648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596107cee34240cd" /><Relationship Type="http://schemas.openxmlformats.org/officeDocument/2006/relationships/image" Target="/ppt/media/image22.png" Id="R591c80a5de0442b6" /><Relationship Type="http://schemas.openxmlformats.org/officeDocument/2006/relationships/notesSlide" Target="/ppt/notesSlides/notesSlide13.xml" Id="R40ba74daa89d4f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19b0a588410f481c" /><Relationship Type="http://schemas.openxmlformats.org/officeDocument/2006/relationships/hyperlink" Target="https://opencode.ai/" TargetMode="External" Id="R1f46ae370b2f411e" /><Relationship Type="http://schemas.openxmlformats.org/officeDocument/2006/relationships/hyperlink" Target="https://github.com/badlogic/pi-mono" TargetMode="External" Id="Rcec2ddb6043f4a44" /><Relationship Type="http://schemas.openxmlformats.org/officeDocument/2006/relationships/image" Target="/ppt/media/image23.png" Id="R9fb607582ecc4f7f" /><Relationship Type="http://schemas.openxmlformats.org/officeDocument/2006/relationships/notesSlide" Target="/ppt/notesSlides/notesSlide14.xml" Id="R38378de4a0ad4e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8406c58b0088490a" /><Relationship Type="http://schemas.openxmlformats.org/officeDocument/2006/relationships/image" Target="/ppt/media/image24.png" Id="R545827c4a0964d7e" /><Relationship Type="http://schemas.openxmlformats.org/officeDocument/2006/relationships/notesSlide" Target="/ppt/notesSlides/notesSlide15.xml" Id="Re77df1ab97c546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38dabcd053ca4816" /><Relationship Type="http://schemas.openxmlformats.org/officeDocument/2006/relationships/hyperlink" Target="https://learn.chatgpt.com/docs/pricing" TargetMode="External" Id="R53de9d1691914038" /><Relationship Type="http://schemas.openxmlformats.org/officeDocument/2006/relationships/hyperlink" Target="https://developers.openai.com/api/docs/models/gpt-6-sol" TargetMode="External" Id="Rf6f83a5a1f4b4930" /><Relationship Type="http://schemas.openxmlformats.org/officeDocument/2006/relationships/image" Target="/ppt/media/image25.png" Id="R0d1be903eed04d9f" /><Relationship Type="http://schemas.openxmlformats.org/officeDocument/2006/relationships/notesSlide" Target="/ppt/notesSlides/notesSlide16.xml" Id="Rcdbb4d503d1941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d3b0a2e463114d59" /><Relationship Type="http://schemas.openxmlformats.org/officeDocument/2006/relationships/hyperlink" Target="https://platform.openai.com/tokenizer" TargetMode="External" Id="R711c0bf83d6f45f3" /><Relationship Type="http://schemas.openxmlformats.org/officeDocument/2006/relationships/image" Target="/ppt/media/image26.png" Id="Rc7f0a728636a49a2" /><Relationship Type="http://schemas.openxmlformats.org/officeDocument/2006/relationships/notesSlide" Target="/ppt/notesSlides/notesSlide17.xml" Id="R56ed5f80518a4fa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403cf6456cd141f8" /><Relationship Type="http://schemas.openxmlformats.org/officeDocument/2006/relationships/hyperlink" Target="https://engineering.atspotify.com/2026/6/code-with-claude-coding-is-no-longer-the-constraint" TargetMode="External" Id="Re7928b8d3710417d" /><Relationship Type="http://schemas.openxmlformats.org/officeDocument/2006/relationships/hyperlink" Target="https://engineering.atspotify.com/2026/4/background-coding-agents-dataset-migrations-honk-part-4" TargetMode="External" Id="R83d7afaa7ff448cb" /><Relationship Type="http://schemas.openxmlformats.org/officeDocument/2006/relationships/notesSlide" Target="/ppt/notesSlides/notesSlide18.xml" Id="R12f6d340bd124c4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437c6e076229438e" /><Relationship Type="http://schemas.openxmlformats.org/officeDocument/2006/relationships/hyperlink" Target="https://bitrise.io/blog/post/how-we-built-a-coding-agent-that-lives-in-slack-and-the-recipe-to-build-your-own" TargetMode="External" Id="R0c438b41b3314b08" /><Relationship Type="http://schemas.openxmlformats.org/officeDocument/2006/relationships/image" Target="/ppt/media/image27.png" Id="R65dc39e68a9143b3" /><Relationship Type="http://schemas.openxmlformats.org/officeDocument/2006/relationships/notesSlide" Target="/ppt/notesSlides/notesSlide19.xml" Id="R30cc57fabf3d43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617791280f4d43e2" /><Relationship Type="http://schemas.openxmlformats.org/officeDocument/2006/relationships/image" Target="/ppt/media/image28.png" Id="R5fc41de4cd14427f" /><Relationship Type="http://schemas.openxmlformats.org/officeDocument/2006/relationships/notesSlide" Target="/ppt/notesSlides/notesSlide20.xml" Id="R086821f5268649d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b6ca6490a7544ae2" /><Relationship Type="http://schemas.openxmlformats.org/officeDocument/2006/relationships/image" Target="/ppt/media/image29.png" Id="R149b3278d9ca480e" /><Relationship Type="http://schemas.openxmlformats.org/officeDocument/2006/relationships/notesSlide" Target="/ppt/notesSlides/notesSlide21.xml" Id="R12873891ea9044f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e6d0c425389747f6" /><Relationship Type="http://schemas.openxmlformats.org/officeDocument/2006/relationships/hyperlink" Target="https://aimec.io/ai-coding-agent-benchmarks/" TargetMode="External" Id="R1135d56d2a0a4392" /><Relationship Type="http://schemas.openxmlformats.org/officeDocument/2006/relationships/hyperlink" Target="https://platform.claude.com/docs/en/models/overview" TargetMode="External" Id="R4d50f049a4194095" /><Relationship Type="http://schemas.openxmlformats.org/officeDocument/2006/relationships/hyperlink" Target="https://ai.google.dev/gemini-api/docs/models?hl=en" TargetMode="External" Id="Rd30986055ecd4e67" /><Relationship Type="http://schemas.openxmlformats.org/officeDocument/2006/relationships/image" Target="/ppt/media/image30.png" Id="Rcd93c36a4e4c461d" /><Relationship Type="http://schemas.openxmlformats.org/officeDocument/2006/relationships/notesSlide" Target="/ppt/notesSlides/notesSlide22.xml" Id="R5c39cb92dc98459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55a48194c3eb410f" /><Relationship Type="http://schemas.openxmlformats.org/officeDocument/2006/relationships/image" Target="/ppt/media/image31.png" Id="R9a8a4138485743bb" /><Relationship Type="http://schemas.openxmlformats.org/officeDocument/2006/relationships/hyperlink" Target="https://nuprl.github.io/MultiPL-E/" TargetMode="External" Id="R4c20ebe7b33848d0" /><Relationship Type="http://schemas.openxmlformats.org/officeDocument/2006/relationships/hyperlink" Target="https://www.swebench.com/multilingual.html" TargetMode="External" Id="R6534ea7b1ff34475" /><Relationship Type="http://schemas.openxmlformats.org/officeDocument/2006/relationships/notesSlide" Target="/ppt/notesSlides/notesSlide23.xml" Id="R9d6ad73cc6984ba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28476e16ca32402d" /><Relationship Type="http://schemas.openxmlformats.org/officeDocument/2006/relationships/hyperlink" Target="https://claude.dev/blog/spending-your-effort/#underspecified-build-task" TargetMode="External" Id="R9380b8fe2add48cb" /><Relationship Type="http://schemas.openxmlformats.org/officeDocument/2006/relationships/image" Target="/ppt/media/image32.png" Id="R1066d656b5fc47e3" /><Relationship Type="http://schemas.openxmlformats.org/officeDocument/2006/relationships/hyperlink" Target="https://claude.dev/blog/spending-your-effort/#underspecified-build-task" TargetMode="External" Id="R9f9bc910e9be4489" /><Relationship Type="http://schemas.openxmlformats.org/officeDocument/2006/relationships/image" Target="/ppt/media/image33.png" Id="R9cbc502a39ea44d3" /><Relationship Type="http://schemas.openxmlformats.org/officeDocument/2006/relationships/hyperlink" Target="https://claude.dev/blog/spending-your-effort/#underspecified-build-task" TargetMode="External" Id="Re88eb5cb0c9140b2" /><Relationship Type="http://schemas.openxmlformats.org/officeDocument/2006/relationships/image" Target="/ppt/media/image34.png" Id="R2937a9aa493f40ad" /><Relationship Type="http://schemas.openxmlformats.org/officeDocument/2006/relationships/hyperlink" Target="https://claude.dev/blog/spending-your-effort/#underspecified-build-task" TargetMode="External" Id="R657be7e6ff284ec9" /><Relationship Type="http://schemas.openxmlformats.org/officeDocument/2006/relationships/image" Target="/ppt/media/image35.png" Id="R96d45f3744b44e8f" /><Relationship Type="http://schemas.openxmlformats.org/officeDocument/2006/relationships/notesSlide" Target="/ppt/notesSlides/notesSlide24.xml" Id="R3f521d26e79745a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3f608869326d4fd7" /><Relationship Type="http://schemas.openxmlformats.org/officeDocument/2006/relationships/image" Target="/ppt/media/image36.png" Id="Rd743842c43e5442d" /><Relationship Type="http://schemas.openxmlformats.org/officeDocument/2006/relationships/notesSlide" Target="/ppt/notesSlides/notesSlide25.xml" Id="Rc30205209dc54f3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a3c3b9e7b8b2432b" /><Relationship Type="http://schemas.openxmlformats.org/officeDocument/2006/relationships/notesSlide" Target="/ppt/notesSlides/notesSlide26.xml" Id="R4ce5ea715ff546e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13be277880bc4599" /><Relationship Type="http://schemas.openxmlformats.org/officeDocument/2006/relationships/image" Target="/ppt/media/image37.png" Id="Ree56fe32d5e04a60" /><Relationship Type="http://schemas.openxmlformats.org/officeDocument/2006/relationships/notesSlide" Target="/ppt/notesSlides/notesSlide27.xml" Id="R9a36f5110e62413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f6dda1f4736b4a14" /><Relationship Type="http://schemas.openxmlformats.org/officeDocument/2006/relationships/image" Target="/ppt/media/image38.png" Id="Rcba8085d0427418b" /><Relationship Type="http://schemas.openxmlformats.org/officeDocument/2006/relationships/notesSlide" Target="/ppt/notesSlides/notesSlide28.xml" Id="Ra853c8b8772f4fd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52e81a6a744c465d" /><Relationship Type="http://schemas.openxmlformats.org/officeDocument/2006/relationships/hyperlink" Target="https://agentskills.io/specification" TargetMode="External" Id="R026433d1e0454007" /><Relationship Type="http://schemas.openxmlformats.org/officeDocument/2006/relationships/image" Target="/ppt/media/image39.png" Id="Rbeb1dd94ba9a41df" /><Relationship Type="http://schemas.openxmlformats.org/officeDocument/2006/relationships/notesSlide" Target="/ppt/notesSlides/notesSlide29.xml" Id="R509201dd51e54ff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dd0078c940d44531" /><Relationship Type="http://schemas.openxmlformats.org/officeDocument/2006/relationships/hyperlink" Target="https://github.com/n8n-io/n8n/blob/master/.agents/skills/reproduce-bug/SKILL.md" TargetMode="External" Id="R10ca18583f3b4ebd" /><Relationship Type="http://schemas.openxmlformats.org/officeDocument/2006/relationships/image" Target="/ppt/media/image40.png" Id="R2f6ca2c2f3b2453d" /><Relationship Type="http://schemas.openxmlformats.org/officeDocument/2006/relationships/notesSlide" Target="/ppt/notesSlides/notesSlide30.xml" Id="R902f95aeb00a429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30512952abc94e99" /><Relationship Type="http://schemas.openxmlformats.org/officeDocument/2006/relationships/hyperlink" Target="https://agentskills.io/specification" TargetMode="External" Id="R9cf1b2f4949a4d5f" /><Relationship Type="http://schemas.openxmlformats.org/officeDocument/2006/relationships/image" Target="/ppt/media/image41.png" Id="R2e95a8e4a50e4b61" /><Relationship Type="http://schemas.openxmlformats.org/officeDocument/2006/relationships/notesSlide" Target="/ppt/notesSlides/notesSlide31.xml" Id="Ra5f6d2b7ff7746c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b900706d89004516" /><Relationship Type="http://schemas.openxmlformats.org/officeDocument/2006/relationships/hyperlink" Target="https://opencode.ai/docs/skills/" TargetMode="External" Id="R89591648d48940f7" /><Relationship Type="http://schemas.openxmlformats.org/officeDocument/2006/relationships/hyperlink" Target="https://www.anthropic.com/engineering/equipping-agents-for-the-real-world-with-agent-skills" TargetMode="External" Id="R4f3cd3073ad34c18" /><Relationship Type="http://schemas.openxmlformats.org/officeDocument/2006/relationships/image" Target="/ppt/media/image42.png" Id="R508cab2d69c84fcd" /><Relationship Type="http://schemas.openxmlformats.org/officeDocument/2006/relationships/notesSlide" Target="/ppt/notesSlides/notesSlide32.xml" Id="R3ce5c5a4165d452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198ae182acbb4093" /><Relationship Type="http://schemas.openxmlformats.org/officeDocument/2006/relationships/hyperlink" Target="https://agentskills.io/specification" TargetMode="External" Id="Ra007004f9fff449e" /><Relationship Type="http://schemas.openxmlformats.org/officeDocument/2006/relationships/image" Target="/ppt/media/image43.png" Id="Rff26871e9a31434a" /><Relationship Type="http://schemas.openxmlformats.org/officeDocument/2006/relationships/notesSlide" Target="/ppt/notesSlides/notesSlide33.xml" Id="R20c6444df1544a5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bd1d545770544e50" /><Relationship Type="http://schemas.openxmlformats.org/officeDocument/2006/relationships/hyperlink" Target="https://www.anthropic.com/engineering/code-execution-with-mcp" TargetMode="External" Id="R385617772b394e9f" /><Relationship Type="http://schemas.openxmlformats.org/officeDocument/2006/relationships/image" Target="/ppt/media/image44.png" Id="R2ac28a17101846b7" /><Relationship Type="http://schemas.openxmlformats.org/officeDocument/2006/relationships/notesSlide" Target="/ppt/notesSlides/notesSlide34.xml" Id="Rbe67d33572134ad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ebee9441b7924713" /><Relationship Type="http://schemas.openxmlformats.org/officeDocument/2006/relationships/image" Target="/ppt/media/image45.png" Id="R478323aac7ee46d0" /><Relationship Type="http://schemas.openxmlformats.org/officeDocument/2006/relationships/notesSlide" Target="/ppt/notesSlides/notesSlide35.xml" Id="R53760349c45548d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ea5b6f361f234f40" /><Relationship Type="http://schemas.openxmlformats.org/officeDocument/2006/relationships/hyperlink" Target="https://github.com/Vladimir-Human/humanizer-ru/blob/main/SKILL.md" TargetMode="External" Id="R0378eeccc66340ce" /><Relationship Type="http://schemas.openxmlformats.org/officeDocument/2006/relationships/hyperlink" Target="https://github.com/JuliusBrussee/caveman/blob/main/skills/caveman/SKILL.md" TargetMode="External" Id="R78b384cecf344e1b" /><Relationship Type="http://schemas.openxmlformats.org/officeDocument/2006/relationships/hyperlink" Target="https://github.com/obra/superpowers/blob/main/skills/test-driven-development/SKILL.md" TargetMode="External" Id="R2c6913f040d642ab" /><Relationship Type="http://schemas.openxmlformats.org/officeDocument/2006/relationships/hyperlink" Target="https://github.com/anthropics/skills/blob/main/skills/webapp-testing/SKILL.md" TargetMode="External" Id="R310ef8949c8c4b1b" /><Relationship Type="http://schemas.openxmlformats.org/officeDocument/2006/relationships/hyperlink" Target="https://github.com/anthropics/skills/blob/main/skills/frontend-design/SKILL.md" TargetMode="External" Id="R0e2357058e024f8c" /><Relationship Type="http://schemas.openxmlformats.org/officeDocument/2006/relationships/hyperlink" Target="https://skills.sh/" TargetMode="External" Id="R0a3e43fc289746ab" /><Relationship Type="http://schemas.openxmlformats.org/officeDocument/2006/relationships/hyperlink" Target="https://github.com/openai/skills" TargetMode="External" Id="R08a6c4db221344fd" /><Relationship Type="http://schemas.openxmlformats.org/officeDocument/2006/relationships/hyperlink" Target="https://github.com/anthropics/skills" TargetMode="External" Id="R83f6d16c25fd4ebb" /><Relationship Type="http://schemas.openxmlformats.org/officeDocument/2006/relationships/notesSlide" Target="/ppt/notesSlides/notesSlide36.xml" Id="Ref392116af9d466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c53c75c7b23948ef" /><Relationship Type="http://schemas.openxmlformats.org/officeDocument/2006/relationships/hyperlink" Target="https://github.com/openai/skills/blob/main/skills/.curated/gh-address-comments/SKILL.md" TargetMode="External" Id="Rff8fe238cefd4b6a" /><Relationship Type="http://schemas.openxmlformats.org/officeDocument/2006/relationships/hyperlink" Target="https://github.com/openai/skills/blob/main/skills/.curated/linear/SKILL.md" TargetMode="External" Id="R865a3dcb97c942a7" /><Relationship Type="http://schemas.openxmlformats.org/officeDocument/2006/relationships/hyperlink" Target="https://github.com/openai/skills/blob/main/skills/.curated/notion-knowledge-capture/SKILL.md" TargetMode="External" Id="R38e14aa362994904" /><Relationship Type="http://schemas.openxmlformats.org/officeDocument/2006/relationships/hyperlink" Target="https://github.com/anthropics/skills/blob/main/skills/docx/SKILL.md" TargetMode="External" Id="R5e11b96a83b74b20" /><Relationship Type="http://schemas.openxmlformats.org/officeDocument/2006/relationships/hyperlink" Target="https://github.com/cloudflare/skills/blob/main/skills/agents-sdk/SKILL.md" TargetMode="External" Id="R089dd68b35aa4ad9" /><Relationship Type="http://schemas.openxmlformats.org/officeDocument/2006/relationships/hyperlink" Target="https://skills.sh/" TargetMode="External" Id="R579c3214d0ef45ad" /><Relationship Type="http://schemas.openxmlformats.org/officeDocument/2006/relationships/hyperlink" Target="https://github.com/openai/skills" TargetMode="External" Id="R14813de1e6ff4dd8" /><Relationship Type="http://schemas.openxmlformats.org/officeDocument/2006/relationships/hyperlink" Target="https://github.com/anthropics/skills" TargetMode="External" Id="Ra3801cdbdae44a9c" /><Relationship Type="http://schemas.openxmlformats.org/officeDocument/2006/relationships/notesSlide" Target="/ppt/notesSlides/notesSlide37.xml" Id="Ra6a41e1500d54ed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f3a57c4e239840a0" /><Relationship Type="http://schemas.openxmlformats.org/officeDocument/2006/relationships/hyperlink" Target="https://superwhisper.com/" TargetMode="External" Id="R0de4ef5fcbba47e2" /><Relationship Type="http://schemas.openxmlformats.org/officeDocument/2006/relationships/image" Target="/ppt/media/image46.png" Id="Rfc6b6f915d1547b5" /><Relationship Type="http://schemas.openxmlformats.org/officeDocument/2006/relationships/notesSlide" Target="/ppt/notesSlides/notesSlide38.xml" Id="R68111778b2e6492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93d0dbb0d2a444d5" /><Relationship Type="http://schemas.openxmlformats.org/officeDocument/2006/relationships/image" Target="/ppt/media/image47.png" Id="R893b43e26f904767" /><Relationship Type="http://schemas.openxmlformats.org/officeDocument/2006/relationships/notesSlide" Target="/ppt/notesSlides/notesSlide39.xml" Id="R9d573d4f31964e6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856bdc8ed6e04e5a" /><Relationship Type="http://schemas.openxmlformats.org/officeDocument/2006/relationships/image" Target="/ppt/media/image48.png" Id="Re8cfcf237bce4094" /><Relationship Type="http://schemas.openxmlformats.org/officeDocument/2006/relationships/notesSlide" Target="/ppt/notesSlides/notesSlide40.xml" Id="Ra18914b5f3f942f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d64c79f8e9354364" /><Relationship Type="http://schemas.openxmlformats.org/officeDocument/2006/relationships/hyperlink" Target="https://modelcontextprotocol.io/docs/2026-07-28/learn/architecture" TargetMode="External" Id="R7ad3d10860ab416b" /><Relationship Type="http://schemas.openxmlformats.org/officeDocument/2006/relationships/hyperlink" Target="https://club.podlodka.ai/catalog/sessions/mcp-pod-kapotom" TargetMode="External" Id="R800e78ce5ccb4403" /><Relationship Type="http://schemas.openxmlformats.org/officeDocument/2006/relationships/notesSlide" Target="/ppt/notesSlides/notesSlide41.xml" Id="R3484d86d199e434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15b6936a90774b44" /><Relationship Type="http://schemas.openxmlformats.org/officeDocument/2006/relationships/image" Target="/ppt/media/image49.png" Id="R6dbd2fc3fce64be8" /><Relationship Type="http://schemas.openxmlformats.org/officeDocument/2006/relationships/notesSlide" Target="/ppt/notesSlides/notesSlide42.xml" Id="Rb31182ed85414ec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b2e82d4d51d84224" /><Relationship Type="http://schemas.openxmlformats.org/officeDocument/2006/relationships/hyperlink" Target="https://github.com/github/github-mcp-server" TargetMode="External" Id="R27309ebdfdf94f22" /><Relationship Type="http://schemas.openxmlformats.org/officeDocument/2006/relationships/hyperlink" Target="https://github.com/microsoft/playwright-mcp" TargetMode="External" Id="R8c3b003fa6334f93" /><Relationship Type="http://schemas.openxmlformats.org/officeDocument/2006/relationships/hyperlink" Target="https://github.com/upstash/context7" TargetMode="External" Id="Rb32b7aba3ec74909" /><Relationship Type="http://schemas.openxmlformats.org/officeDocument/2006/relationships/hyperlink" Target="https://developers.figma.com/docs/figma-mcp-server/" TargetMode="External" Id="R205f15abc2d7460b" /><Relationship Type="http://schemas.openxmlformats.org/officeDocument/2006/relationships/hyperlink" Target="https://mcp.sentry.dev/" TargetMode="External" Id="R9a2dc5b4fbe14baf" /><Relationship Type="http://schemas.openxmlformats.org/officeDocument/2006/relationships/hyperlink" Target="https://supabase.com/docs/guides/ai-tools/mcp" TargetMode="External" Id="R74f77b6b3c6e4347" /><Relationship Type="http://schemas.openxmlformats.org/officeDocument/2006/relationships/hyperlink" Target="https://developers.notion.com/guides/mcp/overview" TargetMode="External" Id="R8a15e9f4319f4c4e" /><Relationship Type="http://schemas.openxmlformats.org/officeDocument/2006/relationships/hyperlink" Target="https://linear.app/docs/mcp" TargetMode="External" Id="R5752e3dd195445cc" /><Relationship Type="http://schemas.openxmlformats.org/officeDocument/2006/relationships/hyperlink" Target="https://registry.modelcontextprotocol.io/" TargetMode="External" Id="R62682253c20e495a" /><Relationship Type="http://schemas.openxmlformats.org/officeDocument/2006/relationships/notesSlide" Target="/ppt/notesSlides/notesSlide43.xml" Id="R50feb88822c0436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f5fc1e27ea1545fd" /><Relationship Type="http://schemas.openxmlformats.org/officeDocument/2006/relationships/hyperlink" Target="https://registry.modelcontextprotocol.io/" TargetMode="External" Id="R18189a6ce823411c" /><Relationship Type="http://schemas.openxmlformats.org/officeDocument/2006/relationships/hyperlink" Target="https://developers.cloudflare.com/cloudflare-one/access-controls/ai-controls/mcp-portals/" TargetMode="External" Id="Rcb7b545c5b16459b" /><Relationship Type="http://schemas.openxmlformats.org/officeDocument/2006/relationships/image" Target="/ppt/media/image50.png" Id="R28893780ca6d4074" /><Relationship Type="http://schemas.openxmlformats.org/officeDocument/2006/relationships/notesSlide" Target="/ppt/notesSlides/notesSlide44.xml" Id="R839edde559ee494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58bc8713bb3646ec" /><Relationship Type="http://schemas.openxmlformats.org/officeDocument/2006/relationships/hyperlink" Target="https://modelcontextprotocol.io/docs/tools/inspector" TargetMode="External" Id="R42401ebf3adb42a6" /><Relationship Type="http://schemas.openxmlformats.org/officeDocument/2006/relationships/hyperlink" Target="demos/mcp-current/replay.html" TargetMode="External" Id="R99cda9cda3c34fb0" /><Relationship Type="http://schemas.openxmlformats.org/officeDocument/2006/relationships/image" Target="/ppt/media/image51.png" Id="R497480662ccc4bdf" /><Relationship Type="http://schemas.openxmlformats.org/officeDocument/2006/relationships/notesSlide" Target="/ppt/notesSlides/notesSlide45.xml" Id="R1335b02a21a440d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5fd6ecb814034f8b" /><Relationship Type="http://schemas.openxmlformats.org/officeDocument/2006/relationships/image" Target="/ppt/media/image52.png" Id="R797267f574dd4f5b" /><Relationship Type="http://schemas.openxmlformats.org/officeDocument/2006/relationships/notesSlide" Target="/ppt/notesSlides/notesSlide46.xml" Id="R47886d156ca74c0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522a4227eba741d9" /><Relationship Type="http://schemas.openxmlformats.org/officeDocument/2006/relationships/image" Target="/ppt/media/image53.png" Id="Rd869393ac66448a3" /><Relationship Type="http://schemas.openxmlformats.org/officeDocument/2006/relationships/notesSlide" Target="/ppt/notesSlides/notesSlide47.xml" Id="R06e1536993944df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ac71937be5734448" /><Relationship Type="http://schemas.openxmlformats.org/officeDocument/2006/relationships/hyperlink" Target="https://github.com/astral-sh/ruff/blob/main/AGENTS.md" TargetMode="External" Id="R33d7a8c7e0004e2b" /><Relationship Type="http://schemas.openxmlformats.org/officeDocument/2006/relationships/hyperlink" Target="https://github.com/vercel/next.js/blob/canary/AGENTS.md" TargetMode="External" Id="Ra1afb970887c4d93" /><Relationship Type="http://schemas.openxmlformats.org/officeDocument/2006/relationships/hyperlink" Target="https://github.com/cloudflare/workers-sdk/blob/main/AGENTS.md" TargetMode="External" Id="R144c0c3b5a1b410e" /><Relationship Type="http://schemas.openxmlformats.org/officeDocument/2006/relationships/image" Target="/ppt/media/image54.png" Id="R6745a01f5a3d49a0" /><Relationship Type="http://schemas.openxmlformats.org/officeDocument/2006/relationships/notesSlide" Target="/ppt/notesSlides/notesSlide48.xml" Id="Rb14a9f5d5157417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068e2b3f94784b66" /><Relationship Type="http://schemas.openxmlformats.org/officeDocument/2006/relationships/image" Target="/ppt/media/image55.png" Id="R14db3ba974d34e84" /><Relationship Type="http://schemas.openxmlformats.org/officeDocument/2006/relationships/notesSlide" Target="/ppt/notesSlides/notesSlide49.xml" Id="R1ae2815121cd41f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004ec6abdb6445c6" /><Relationship Type="http://schemas.openxmlformats.org/officeDocument/2006/relationships/image" Target="/ppt/media/image56.png" Id="R37ea44e180674aa1" /><Relationship Type="http://schemas.openxmlformats.org/officeDocument/2006/relationships/notesSlide" Target="/ppt/notesSlides/notesSlide50.xml" Id="Rb2a7e4a8caeb4b2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ada9e7e561f44a5b" /><Relationship Type="http://schemas.openxmlformats.org/officeDocument/2006/relationships/hyperlink" Target="https://code.claude.com/docs/en/how-claude-code-works#when-context-fills-up" TargetMode="External" Id="R8ffeebaf511041a4" /><Relationship Type="http://schemas.openxmlformats.org/officeDocument/2006/relationships/hyperlink" Target="https://learn.chatgpt.com/docs/hooks#precompact" TargetMode="External" Id="R88f8f4e1901544d5" /><Relationship Type="http://schemas.openxmlformats.org/officeDocument/2006/relationships/hyperlink" Target="https://club.podlodka.ai/catalog/sessions/kopim-lichnyi-kontekst-s-patternom-agent-home" TargetMode="External" Id="R28840267bfa14cc2" /><Relationship Type="http://schemas.openxmlformats.org/officeDocument/2006/relationships/image" Target="/ppt/media/image57.png" Id="R7f85750d9a414c9e" /><Relationship Type="http://schemas.openxmlformats.org/officeDocument/2006/relationships/notesSlide" Target="/ppt/notesSlides/notesSlide51.xml" Id="R887b214733a24bf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c8ab88915d3743dd" /><Relationship Type="http://schemas.openxmlformats.org/officeDocument/2006/relationships/image" Target="/ppt/media/image58.png" Id="R713131bc25fa4d67" /><Relationship Type="http://schemas.openxmlformats.org/officeDocument/2006/relationships/notesSlide" Target="/ppt/notesSlides/notesSlide52.xml" Id="R64b6554996c54bc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bc69f7b2fc1c4e77" /><Relationship Type="http://schemas.openxmlformats.org/officeDocument/2006/relationships/hyperlink" Target="https://git-scm.com/docs/git-worktree" TargetMode="External" Id="R886da32139f3438f" /><Relationship Type="http://schemas.openxmlformats.org/officeDocument/2006/relationships/image" Target="/ppt/media/image59.png" Id="R0ae157a35e8e4104" /><Relationship Type="http://schemas.openxmlformats.org/officeDocument/2006/relationships/notesSlide" Target="/ppt/notesSlides/notesSlide53.xml" Id="R36f17236522f41da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8395196141b548ef" /><Relationship Type="http://schemas.openxmlformats.org/officeDocument/2006/relationships/hyperlink" Target="https://developers.openai.com/cookbook/examples/codex/using_goals_in_codex" TargetMode="External" Id="R5fe94986c8b04a29" /><Relationship Type="http://schemas.openxmlformats.org/officeDocument/2006/relationships/hyperlink" Target="https://www.anthropic.com/engineering/effective-harnesses-for-long-running-agents" TargetMode="External" Id="Rd18f4a39afd7425f" /><Relationship Type="http://schemas.openxmlformats.org/officeDocument/2006/relationships/image" Target="/ppt/media/image60.png" Id="R982d87a5b6b94cbf" /><Relationship Type="http://schemas.openxmlformats.org/officeDocument/2006/relationships/notesSlide" Target="/ppt/notesSlides/notesSlide54.xml" Id="Rb30ab0750cf54fb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1a0b525d2738404e" /><Relationship Type="http://schemas.openxmlformats.org/officeDocument/2006/relationships/image" Target="/ppt/media/image61.png" Id="Rb3be1019f3d347f2" /><Relationship Type="http://schemas.openxmlformats.org/officeDocument/2006/relationships/notesSlide" Target="/ppt/notesSlides/notesSlide55.xml" Id="R30fd837e4ee04078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9501e4e79bd04c88" /><Relationship Type="http://schemas.openxmlformats.org/officeDocument/2006/relationships/image" Target="/ppt/media/image62.png" Id="Re25617c7ea484b4f" /><Relationship Type="http://schemas.openxmlformats.org/officeDocument/2006/relationships/notesSlide" Target="/ppt/notesSlides/notesSlide56.xml" Id="Raf25426d05a241b3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2f51e5a939644d96" /><Relationship Type="http://schemas.openxmlformats.org/officeDocument/2006/relationships/notesSlide" Target="/ppt/notesSlides/notesSlide57.xml" Id="Rbccdb46c0e22471e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b214224fd76f47c8" /><Relationship Type="http://schemas.openxmlformats.org/officeDocument/2006/relationships/notesSlide" Target="/ppt/notesSlides/notesSlide58.xml" Id="Rdcf1804ea1684122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3b6767d7fa2a4e42" /><Relationship Type="http://schemas.openxmlformats.org/officeDocument/2006/relationships/notesSlide" Target="/ppt/notesSlides/notesSlide59.xml" Id="R1a673bff6c8e4ce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78cbe416200846d9" /><Relationship Type="http://schemas.openxmlformats.org/officeDocument/2006/relationships/image" Target="/ppt/media/image63.png" Id="R898efbe8cb37406a" /><Relationship Type="http://schemas.openxmlformats.org/officeDocument/2006/relationships/notesSlide" Target="/ppt/notesSlides/notesSlide60.xml" Id="R56e1a78e98044fb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4" name="Google Shape;324;p42">
            <a:extLst xmlns:a="http://schemas.openxmlformats.org/drawingml/2006/main">
              <a:ext uri="{FF2B5EF4-FFF2-40B4-BE49-F238E27FC236}">
                <a16:creationId xmlns:a16="http://schemas.microsoft.com/office/drawing/2014/main" id="{2BB23CC3-E13B-4D12-AC6E-9697CA03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8" y="379667"/>
            <a:ext cx="6715125" cy="212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45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4500" b="0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Агенты:</a:t>
            </a:r>
            <a:endParaRPr sz="45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45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4500" b="0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возможности</a:t>
            </a:r>
            <a:endParaRPr sz="45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45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4500" b="0" i="0" u="none" cap="none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и принципы работы</a:t>
            </a:r>
            <a:endParaRPr sz="45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32" name="Google Shape;325;p42">
            <a:extLst xmlns:a="http://schemas.openxmlformats.org/drawingml/2006/main">
              <a:ext uri="{FF2B5EF4-FFF2-40B4-BE49-F238E27FC236}">
                <a16:creationId xmlns:a16="http://schemas.microsoft.com/office/drawing/2014/main" id="{B59F17D8-0959-4E53-ABA5-133EFF4FD4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f2b4b4ea247b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54156" y="1116330"/>
            <a:ext cx="4089845" cy="40282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7" name="Кодинговые агенты,&#10;контекст, skills и MCP">
            <a:extLst xmlns:a="http://schemas.openxmlformats.org/drawingml/2006/main">
              <a:ext uri="{FF2B5EF4-FFF2-40B4-BE49-F238E27FC236}">
                <a16:creationId xmlns:a16="http://schemas.microsoft.com/office/drawing/2014/main" id="{16BE0842-4AEF-49E0-A545-0B4968B8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2099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Кодинговые агенты,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контекст, skills и MCP</a:t>
            </a:r>
          </a:p>
        </p:txBody>
      </p:sp>
      <p:sp>
        <p:nvSpPr>
          <p:cNvPr id="328" name="1">
            <a:extLst xmlns:a="http://schemas.openxmlformats.org/drawingml/2006/main">
              <a:ext uri="{FF2B5EF4-FFF2-40B4-BE49-F238E27FC236}">
                <a16:creationId xmlns:a16="http://schemas.microsoft.com/office/drawing/2014/main" id="{4E171341-4CCD-4084-AF26-BC6D9C9F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pic>
        <p:nvPic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AC5C59C3-7C33-4313-8EA4-0856C72FA1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76763fae04883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908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2">
            <a:extLst xmlns:a="http://schemas.openxmlformats.org/drawingml/2006/main">
              <a:ext uri="{FF2B5EF4-FFF2-40B4-BE49-F238E27FC236}">
                <a16:creationId xmlns:a16="http://schemas.microsoft.com/office/drawing/2014/main" id="{A4778511-1B0F-4315-A68D-AB9E28CA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2" name="Мой путь вместе с инструментами">
            <a:extLst xmlns:a="http://schemas.openxmlformats.org/drawingml/2006/main">
              <a:ext uri="{FF2B5EF4-FFF2-40B4-BE49-F238E27FC236}">
                <a16:creationId xmlns:a16="http://schemas.microsoft.com/office/drawing/2014/main" id="{85D0A4F1-5B4F-4F4A-992D-00D43CC4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Мой путь вместе с инструментами</a:t>
            </a:r>
          </a:p>
        </p:txBody>
      </p:sp>
      <p:sp>
        <p:nvSpPr>
          <p:cNvPr id="3" name="Влад. За несколько лет я прошёл путь от ручного кода до разработк">
            <a:extLst xmlns:a="http://schemas.openxmlformats.org/drawingml/2006/main">
              <a:ext uri="{FF2B5EF4-FFF2-40B4-BE49-F238E27FC236}">
                <a16:creationId xmlns:a16="http://schemas.microsoft.com/office/drawing/2014/main" id="{119214C4-70ED-404A-98B5-80DD4E72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Влад. За несколько лет я прошёл путь от ручного кода до разработки самих агентов.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01F4953F-AAD1-48AA-BDB2-3B7E02FA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5" name="2022 · Школа 21">
            <a:extLst xmlns:a="http://schemas.openxmlformats.org/drawingml/2006/main">
              <a:ext uri="{FF2B5EF4-FFF2-40B4-BE49-F238E27FC236}">
                <a16:creationId xmlns:a16="http://schemas.microsoft.com/office/drawing/2014/main" id="{519C361A-2A23-4504-9FDD-9632E105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2022 · Школа 21</a:t>
            </a:r>
          </a:p>
        </p:txBody>
      </p:sp>
      <p:sp>
        <p:nvSpPr>
          <p:cNvPr id="6" name="Писал код руками, сам искал ошибки и документацию.">
            <a:extLst xmlns:a="http://schemas.openxmlformats.org/drawingml/2006/main">
              <a:ext uri="{FF2B5EF4-FFF2-40B4-BE49-F238E27FC236}">
                <a16:creationId xmlns:a16="http://schemas.microsoft.com/office/drawing/2014/main" id="{F850BC59-E6F7-40FE-B1F9-D6E8059A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828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Писал код руками, сам искал ошибки и документацию.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843BA9AB-51AF-40D1-B312-9641ACC0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8" name="2023 · RUTUBE">
            <a:extLst xmlns:a="http://schemas.openxmlformats.org/drawingml/2006/main">
              <a:ext uri="{FF2B5EF4-FFF2-40B4-BE49-F238E27FC236}">
                <a16:creationId xmlns:a16="http://schemas.microsoft.com/office/drawing/2014/main" id="{504DD2BC-78FB-4876-9A1B-5788B632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6695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2023 · RUTUBE</a:t>
            </a:r>
          </a:p>
        </p:txBody>
      </p:sp>
      <p:sp>
        <p:nvSpPr>
          <p:cNvPr id="9" name="Радовались autocomplete в редакторе. Переносили код и ошибки в ча">
            <a:extLst xmlns:a="http://schemas.openxmlformats.org/drawingml/2006/main">
              <a:ext uri="{FF2B5EF4-FFF2-40B4-BE49-F238E27FC236}">
                <a16:creationId xmlns:a16="http://schemas.microsoft.com/office/drawing/2014/main" id="{CB25BCA2-E524-4021-848C-EA401272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67050"/>
            <a:ext cx="1828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Радовались autocomplete в редакторе. Переносили код и ошибки в чат: Ctrl+C, Ctrl+V.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84702DAF-A8C4-4296-B8DB-6E0FFD10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1" name="2024–25 · A7">
            <a:extLst xmlns:a="http://schemas.openxmlformats.org/drawingml/2006/main">
              <a:ext uri="{FF2B5EF4-FFF2-40B4-BE49-F238E27FC236}">
                <a16:creationId xmlns:a16="http://schemas.microsoft.com/office/drawing/2014/main" id="{F1817637-A060-426D-A83D-B3B6490A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2024–25 · A7</a:t>
            </a:r>
          </a:p>
        </p:txBody>
      </p:sp>
      <p:sp>
        <p:nvSpPr>
          <p:cNvPr id="12" name="Кодинговые агенты уже выполняли целые поручения.">
            <a:extLst xmlns:a="http://schemas.openxmlformats.org/drawingml/2006/main">
              <a:ext uri="{FF2B5EF4-FFF2-40B4-BE49-F238E27FC236}">
                <a16:creationId xmlns:a16="http://schemas.microsoft.com/office/drawing/2014/main" id="{FA3587CA-8478-4DED-8F18-79217B07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1828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Кодинговые агенты уже выполняли целые поручения.</a:t>
            </a:r>
          </a:p>
        </p:txBody>
      </p:sp>
      <p:sp>
        <p:nvSpPr>
          <p:cNvPr id="13" name="4">
            <a:extLst xmlns:a="http://schemas.openxmlformats.org/drawingml/2006/main">
              <a:ext uri="{FF2B5EF4-FFF2-40B4-BE49-F238E27FC236}">
                <a16:creationId xmlns:a16="http://schemas.microsoft.com/office/drawing/2014/main" id="{14E30907-D09E-4855-8A01-F5E59B9C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14" name="2026 · Яндекс">
            <a:extLst xmlns:a="http://schemas.openxmlformats.org/drawingml/2006/main">
              <a:ext uri="{FF2B5EF4-FFF2-40B4-BE49-F238E27FC236}">
                <a16:creationId xmlns:a16="http://schemas.microsoft.com/office/drawing/2014/main" id="{B3BE0E33-74E8-4674-A686-975B5102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6695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2026 · Яндекс</a:t>
            </a:r>
          </a:p>
        </p:txBody>
      </p:sp>
      <p:sp>
        <p:nvSpPr>
          <p:cNvPr id="15" name="Пришёл разрабатывать агентов и среду для их работы.">
            <a:extLst xmlns:a="http://schemas.openxmlformats.org/drawingml/2006/main">
              <a:ext uri="{FF2B5EF4-FFF2-40B4-BE49-F238E27FC236}">
                <a16:creationId xmlns:a16="http://schemas.microsoft.com/office/drawing/2014/main" id="{F2DC86F7-1873-452D-BDD8-03932111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67050"/>
            <a:ext cx="1828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Пришёл разрабатывать агентов и среду для их работы.</a:t>
            </a:r>
          </a:p>
        </p:txBody>
      </p:sp>
      <p:sp>
        <p:nvSpPr>
          <p:cNvPr id="16" name="Личный путь преподавателя. Эти годы описывают мой опыт, а не даты">
            <a:extLst xmlns:a="http://schemas.openxmlformats.org/drawingml/2006/main">
              <a:ext uri="{FF2B5EF4-FFF2-40B4-BE49-F238E27FC236}">
                <a16:creationId xmlns:a16="http://schemas.microsoft.com/office/drawing/2014/main" id="{36C0FD3B-224A-4402-B5CC-7B889926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Личный путь преподавателя. Эти годы описывают мой опыт, а не даты появления технологий.</a:t>
            </a:r>
          </a:p>
        </p:txBody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003BB0-ED73-423D-9AA2-45628C9DB4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70f493ded43a6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3">
            <a:extLst xmlns:a="http://schemas.openxmlformats.org/drawingml/2006/main">
              <a:ext uri="{FF2B5EF4-FFF2-40B4-BE49-F238E27FC236}">
                <a16:creationId xmlns:a16="http://schemas.microsoft.com/office/drawing/2014/main" id="{0C69C4F8-3562-4996-8486-74C69EF8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" name="Три мысли, к которым будем возвращаться">
            <a:extLst xmlns:a="http://schemas.openxmlformats.org/drawingml/2006/main">
              <a:ext uri="{FF2B5EF4-FFF2-40B4-BE49-F238E27FC236}">
                <a16:creationId xmlns:a16="http://schemas.microsoft.com/office/drawing/2014/main" id="{D111A257-C242-493D-906E-055E93AB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Три мысли, к которым будем возвращаться</a:t>
            </a:r>
          </a:p>
        </p:txBody>
      </p:sp>
      <p:sp>
        <p:nvSpPr>
          <p:cNvPr id="3" name="Наша цель — полезная работа агента в реальном проекте.">
            <a:extLst xmlns:a="http://schemas.openxmlformats.org/drawingml/2006/main">
              <a:ext uri="{FF2B5EF4-FFF2-40B4-BE49-F238E27FC236}">
                <a16:creationId xmlns:a16="http://schemas.microsoft.com/office/drawing/2014/main" id="{DE3F3C49-B98A-4B3D-AE99-AB6CB6AC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5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Наша цель — полезная работа агента в реальном проекте.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6998544E-234D-48E0-8AA4-5F981F5C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20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5" name="Мы создаём среду и отвечаем за результат">
            <a:extLst xmlns:a="http://schemas.openxmlformats.org/drawingml/2006/main">
              <a:ext uri="{FF2B5EF4-FFF2-40B4-BE49-F238E27FC236}">
                <a16:creationId xmlns:a16="http://schemas.microsoft.com/office/drawing/2014/main" id="{233B2908-C90F-4A51-9513-5737ED8A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240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65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Мы создаём среду и отвечаем за результат</a:t>
            </a:r>
          </a:p>
        </p:txBody>
      </p:sp>
      <p:sp>
        <p:nvSpPr>
          <p:cNvPr id="6" name="Даём агенту контекст и инструменты. Проверяем адекватность решени">
            <a:extLst xmlns:a="http://schemas.openxmlformats.org/drawingml/2006/main">
              <a:ext uri="{FF2B5EF4-FFF2-40B4-BE49-F238E27FC236}">
                <a16:creationId xmlns:a16="http://schemas.microsoft.com/office/drawing/2014/main" id="{A4BCA115-2BCB-47C8-8E15-82F87939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85950"/>
            <a:ext cx="7429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Даём агенту контекст и инструменты. Проверяем адекватность решения и принимаем работу.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AB4FDBAC-9BAF-44BB-8601-F5E14B8E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20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8" name="Спектр задач гораздо шире автодополнения">
            <a:extLst xmlns:a="http://schemas.openxmlformats.org/drawingml/2006/main">
              <a:ext uri="{FF2B5EF4-FFF2-40B4-BE49-F238E27FC236}">
                <a16:creationId xmlns:a16="http://schemas.microsoft.com/office/drawing/2014/main" id="{85B38220-984C-4200-8AB1-483D670E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03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65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Спектр задач гораздо шире автодополнения</a:t>
            </a:r>
          </a:p>
        </p:txBody>
      </p:sp>
      <p:sp>
        <p:nvSpPr>
          <p:cNvPr id="9" name="Конкурентность, дизайн, исследования и код. Проверяем возможности">
            <a:extLst xmlns:a="http://schemas.openxmlformats.org/drawingml/2006/main">
              <a:ext uri="{FF2B5EF4-FFF2-40B4-BE49-F238E27FC236}">
                <a16:creationId xmlns:a16="http://schemas.microsoft.com/office/drawing/2014/main" id="{BA2328E6-86C3-4E03-A926-8B03E623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62250"/>
            <a:ext cx="7429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Конкурентность, дизайн, исследования и код. Проверяем возможности на задаче с нужным контекстом и обратной связью.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2C990099-D7CC-4B4B-B2CF-909DF287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20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02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1" name="Подготовленная среда позволяет писать короче">
            <a:extLst xmlns:a="http://schemas.openxmlformats.org/drawingml/2006/main">
              <a:ext uri="{FF2B5EF4-FFF2-40B4-BE49-F238E27FC236}">
                <a16:creationId xmlns:a16="http://schemas.microsoft.com/office/drawing/2014/main" id="{474990C5-8EE2-44E7-838C-A25B487B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766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65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Подготовленная среда позволяет писать короче</a:t>
            </a:r>
          </a:p>
        </p:txBody>
      </p:sp>
      <p:sp>
        <p:nvSpPr>
          <p:cNvPr id="12" name="«Напиши мне тесты» становится понятным поручением, когда агенту д">
            <a:extLst xmlns:a="http://schemas.openxmlformats.org/drawingml/2006/main">
              <a:ext uri="{FF2B5EF4-FFF2-40B4-BE49-F238E27FC236}">
                <a16:creationId xmlns:a16="http://schemas.microsoft.com/office/drawing/2014/main" id="{5F974E90-2882-47AF-A745-C9FC881B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38550"/>
            <a:ext cx="7429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«Напиши мне тесты» становится понятным поручением, когда агенту доступны требования, примеры и проверки.</a:t>
            </a:r>
          </a:p>
        </p:txBody>
      </p:sp>
      <p:sp>
        <p:nvSpPr>
          <p:cNvPr id="13" name="Меньше повторяем в промпте, больше полезного контекста хранится в">
            <a:extLst xmlns:a="http://schemas.openxmlformats.org/drawingml/2006/main">
              <a:ext uri="{FF2B5EF4-FFF2-40B4-BE49-F238E27FC236}">
                <a16:creationId xmlns:a16="http://schemas.microsoft.com/office/drawing/2014/main" id="{B40C374E-0CA4-4E2C-9496-534A62DC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3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Меньше повторяем в промпте, больше полезного контекста хранится в среде.</a:t>
            </a:r>
          </a:p>
        </p:txBody>
      </p:sp>
      <p:sp>
        <p:nvSpPr>
          <p:cNvPr id="14" name="Широкие возможности не означают гарантии решить любую задачу. Рез">
            <a:extLst xmlns:a="http://schemas.openxmlformats.org/drawingml/2006/main">
              <a:ext uri="{FF2B5EF4-FFF2-40B4-BE49-F238E27FC236}">
                <a16:creationId xmlns:a16="http://schemas.microsoft.com/office/drawing/2014/main" id="{F0BFC762-5525-44A8-8B86-9A4FD52D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Широкие возможности не означают гарантии решить любую задачу. Результат зависит и от модели, и от среды.</a:t>
            </a:r>
          </a:p>
        </p:txBody>
      </p:sp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5E24932D-96A1-4150-93E4-91DD0C37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2" name="Что разберём сегодня">
            <a:extLst xmlns:a="http://schemas.openxmlformats.org/drawingml/2006/main">
              <a:ext uri="{FF2B5EF4-FFF2-40B4-BE49-F238E27FC236}">
                <a16:creationId xmlns:a16="http://schemas.microsoft.com/office/drawing/2014/main" id="{1776A77B-0C27-4690-B3B0-33DA17EB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523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Что разберём сегодня</a:t>
            </a:r>
          </a:p>
        </p:txBody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F13534DE-0F9E-4EE1-95A6-2032290B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" y="13430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F53"/>
          </a:solidFill>
          <a:ln xmlns:a="http://schemas.openxmlformats.org/drawingml/2006/main" w="0">
            <a:noFill/>
          </a:ln>
        </p:spPr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4176FCA2-EBDA-45D0-9CC3-592C3ECE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52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35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5" name="От редактора к агенту">
            <a:extLst xmlns:a="http://schemas.openxmlformats.org/drawingml/2006/main">
              <a:ext uri="{FF2B5EF4-FFF2-40B4-BE49-F238E27FC236}">
                <a16:creationId xmlns:a16="http://schemas.microsoft.com/office/drawing/2014/main" id="{3DC2672F-D70F-495C-9F59-2D2E9631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14450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От редактора к агенту</a:t>
            </a:r>
          </a:p>
        </p:txBody>
      </p:sp>
      <p:sp>
        <p:nvSpPr>
          <p:cNvPr id="6" name="Как изменился способ работать с моделями">
            <a:extLst xmlns:a="http://schemas.openxmlformats.org/drawingml/2006/main">
              <a:ext uri="{FF2B5EF4-FFF2-40B4-BE49-F238E27FC236}">
                <a16:creationId xmlns:a16="http://schemas.microsoft.com/office/drawing/2014/main" id="{8B266FE0-9CAD-4D79-9099-42230BAB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Как изменился способ работать с моделями</a:t>
            </a:r>
          </a:p>
        </p:txBody>
      </p:sp>
      <p:sp>
        <p:nvSpPr>
          <p:cNvPr id="7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7DECE86D-9CDA-4DB8-869D-7778B66B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" y="19907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F53"/>
          </a:solidFill>
          <a:ln xmlns:a="http://schemas.openxmlformats.org/drawingml/2006/main" w="0">
            <a:noFill/>
          </a:ln>
        </p:spPr>
      </p:sp>
      <p:sp>
        <p:nvSpPr>
          <p:cNvPr id="8" name="2">
            <a:extLst xmlns:a="http://schemas.openxmlformats.org/drawingml/2006/main">
              <a:ext uri="{FF2B5EF4-FFF2-40B4-BE49-F238E27FC236}">
                <a16:creationId xmlns:a16="http://schemas.microsoft.com/office/drawing/2014/main" id="{089E7F63-3805-4514-B51F-490B6483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00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35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9" name="Агенты и реальные задачи">
            <a:extLst xmlns:a="http://schemas.openxmlformats.org/drawingml/2006/main">
              <a:ext uri="{FF2B5EF4-FFF2-40B4-BE49-F238E27FC236}">
                <a16:creationId xmlns:a16="http://schemas.microsoft.com/office/drawing/2014/main" id="{AF68F28E-4232-4768-A505-3305A72A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Агенты и реальные задачи</a:t>
            </a:r>
          </a:p>
        </p:txBody>
      </p:sp>
      <p:sp>
        <p:nvSpPr>
          <p:cNvPr id="10" name="Продукты, разработка и мой рабочий процесс">
            <a:extLst xmlns:a="http://schemas.openxmlformats.org/drawingml/2006/main">
              <a:ext uri="{FF2B5EF4-FFF2-40B4-BE49-F238E27FC236}">
                <a16:creationId xmlns:a16="http://schemas.microsoft.com/office/drawing/2014/main" id="{74E54E85-1DE6-442D-95F7-A4AAA904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Продукты, разработка и мой рабочий процесс</a:t>
            </a:r>
          </a:p>
        </p:txBody>
      </p:sp>
      <p:sp>
        <p:nvSpPr>
          <p:cNvPr id="11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53D7A3F1-D5FA-456C-900E-2745E53D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" y="26384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F53"/>
          </a:solidFill>
          <a:ln xmlns:a="http://schemas.openxmlformats.org/drawingml/2006/main" w="0">
            <a:noFill/>
          </a:ln>
        </p:spPr>
      </p:sp>
      <p:sp>
        <p:nvSpPr>
          <p:cNvPr id="12" name="3">
            <a:extLst xmlns:a="http://schemas.openxmlformats.org/drawingml/2006/main">
              <a:ext uri="{FF2B5EF4-FFF2-40B4-BE49-F238E27FC236}">
                <a16:creationId xmlns:a16="http://schemas.microsoft.com/office/drawing/2014/main" id="{C44B9ECA-28AD-4450-98C4-30321940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47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35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3" name="Skills">
            <a:extLst xmlns:a="http://schemas.openxmlformats.org/drawingml/2006/main">
              <a:ext uri="{FF2B5EF4-FFF2-40B4-BE49-F238E27FC236}">
                <a16:creationId xmlns:a16="http://schemas.microsoft.com/office/drawing/2014/main" id="{FE839643-61E8-4CBD-9773-C8B75E44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Skills</a:t>
            </a:r>
          </a:p>
        </p:txBody>
      </p:sp>
      <p:sp>
        <p:nvSpPr>
          <p:cNvPr id="14" name="Как передать полезный способ работы">
            <a:extLst xmlns:a="http://schemas.openxmlformats.org/drawingml/2006/main">
              <a:ext uri="{FF2B5EF4-FFF2-40B4-BE49-F238E27FC236}">
                <a16:creationId xmlns:a16="http://schemas.microsoft.com/office/drawing/2014/main" id="{64DC7BF0-4F88-4AAE-996D-251E4A34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Как передать полезный способ работы</a:t>
            </a:r>
          </a:p>
        </p:txBody>
      </p:sp>
      <p:sp>
        <p:nvSpPr>
          <p:cNvPr id="15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64660901-3129-4B7E-9FE8-2844D325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" y="32861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F53"/>
          </a:solidFill>
          <a:ln xmlns:a="http://schemas.openxmlformats.org/drawingml/2006/main" w="0">
            <a:noFill/>
          </a:ln>
        </p:spPr>
      </p:sp>
      <p:sp>
        <p:nvSpPr>
          <p:cNvPr id="16" name="4">
            <a:extLst xmlns:a="http://schemas.openxmlformats.org/drawingml/2006/main">
              <a:ext uri="{FF2B5EF4-FFF2-40B4-BE49-F238E27FC236}">
                <a16:creationId xmlns:a16="http://schemas.microsoft.com/office/drawing/2014/main" id="{4C58697C-6604-4AF9-9793-5FDC1B90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956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35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17" name="MCP">
            <a:extLst xmlns:a="http://schemas.openxmlformats.org/drawingml/2006/main">
              <a:ext uri="{FF2B5EF4-FFF2-40B4-BE49-F238E27FC236}">
                <a16:creationId xmlns:a16="http://schemas.microsoft.com/office/drawing/2014/main" id="{9C0DF89F-05EE-4EA7-9E1F-5DC5BEFE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MCP</a:t>
            </a:r>
          </a:p>
        </p:txBody>
      </p:sp>
      <p:sp>
        <p:nvSpPr>
          <p:cNvPr id="18" name="Как подключить данные и действия">
            <a:extLst xmlns:a="http://schemas.openxmlformats.org/drawingml/2006/main">
              <a:ext uri="{FF2B5EF4-FFF2-40B4-BE49-F238E27FC236}">
                <a16:creationId xmlns:a16="http://schemas.microsoft.com/office/drawing/2014/main" id="{1CDBB726-CB5B-428E-A6AF-ECE2D64D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Как подключить данные и действия</a:t>
            </a:r>
          </a:p>
        </p:txBody>
      </p:sp>
      <p:sp>
        <p:nvSpPr>
          <p:cNvPr id="19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6D427D5D-3879-4701-8407-97B87800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" y="39338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F53"/>
          </a:solidFill>
          <a:ln xmlns:a="http://schemas.openxmlformats.org/drawingml/2006/main" w="0">
            <a:noFill/>
          </a:ln>
        </p:spPr>
      </p:sp>
      <p:sp>
        <p:nvSpPr>
          <p:cNvPr id="20" name="5">
            <a:extLst xmlns:a="http://schemas.openxmlformats.org/drawingml/2006/main">
              <a:ext uri="{FF2B5EF4-FFF2-40B4-BE49-F238E27FC236}">
                <a16:creationId xmlns:a16="http://schemas.microsoft.com/office/drawing/2014/main" id="{6EFCEF6B-B7BA-4859-A804-CD127403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433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7000"/>
              </a:lnSpc>
              <a:buNone/>
              <a:defRPr sz="135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21" name="Среда и результат">
            <a:extLst xmlns:a="http://schemas.openxmlformats.org/drawingml/2006/main">
              <a:ext uri="{FF2B5EF4-FFF2-40B4-BE49-F238E27FC236}">
                <a16:creationId xmlns:a16="http://schemas.microsoft.com/office/drawing/2014/main" id="{833BB6C5-6513-4255-8611-DC2B489F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Среда и результат</a:t>
            </a:r>
          </a:p>
        </p:txBody>
      </p:sp>
      <p:sp>
        <p:nvSpPr>
          <p:cNvPr id="22" name="Правила, память, исполнители и проверки">
            <a:extLst xmlns:a="http://schemas.openxmlformats.org/drawingml/2006/main">
              <a:ext uri="{FF2B5EF4-FFF2-40B4-BE49-F238E27FC236}">
                <a16:creationId xmlns:a16="http://schemas.microsoft.com/office/drawing/2014/main" id="{D0B426A1-17A1-42D7-BFFD-CC87406D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Правила, память, исполнители и проверки</a:t>
            </a:r>
          </a:p>
        </p:txBody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40478E-7209-4C29-A957-DE236545D8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126f82ebf4e47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62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5">
            <a:extLst xmlns:a="http://schemas.openxmlformats.org/drawingml/2006/main">
              <a:ext uri="{FF2B5EF4-FFF2-40B4-BE49-F238E27FC236}">
                <a16:creationId xmlns:a16="http://schemas.microsoft.com/office/drawing/2014/main" id="{716DD1E0-94BE-4E7B-ABC6-BC8C1A04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2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949FBCF7-9C19-4933-B4A0-C800900A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 w="0">
            <a:noFill/>
          </a:ln>
        </p:spPr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19EEFE38-48A5-4E3A-ACA3-7E31788E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AFC"/>
          </a:solidFill>
          <a:ln xmlns:a="http://schemas.openxmlformats.org/drawingml/2006/main" w="0">
            <a:noFill/>
          </a:ln>
        </p:spPr>
      </p:sp>
      <p:sp>
        <p:nvSpPr>
          <p:cNvPr id="4" name="Кто переносит контекст и выполняет действия">
            <a:extLst xmlns:a="http://schemas.openxmlformats.org/drawingml/2006/main">
              <a:ext uri="{FF2B5EF4-FFF2-40B4-BE49-F238E27FC236}">
                <a16:creationId xmlns:a16="http://schemas.microsoft.com/office/drawing/2014/main" id="{968C63D7-F031-4478-9BAC-8127069F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Кто переносит контекст и выполняет действия</a:t>
            </a:r>
          </a:p>
        </p:txBody>
      </p:sp>
      <p:sp>
        <p:nvSpPr>
          <p:cNvPr id="5" name="Обвязка (harness) даёт модели инструменты, контекст и результаты ">
            <a:extLst xmlns:a="http://schemas.openxmlformats.org/drawingml/2006/main">
              <a:ext uri="{FF2B5EF4-FFF2-40B4-BE49-F238E27FC236}">
                <a16:creationId xmlns:a16="http://schemas.microsoft.com/office/drawing/2014/main" id="{1EE7F383-E9E0-4A37-A274-42E5EEE3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Обвязка (harness) даёт модели инструменты, контекст и результаты действий. Доступы и правила зависят от среды.</a:t>
            </a:r>
          </a:p>
        </p:txBody>
      </p:sp>
      <p:sp>
        <p:nvSpPr>
          <p:cNvPr id="6" name="Чат без инструментов">
            <a:extLst xmlns:a="http://schemas.openxmlformats.org/drawingml/2006/main">
              <a:ext uri="{FF2B5EF4-FFF2-40B4-BE49-F238E27FC236}">
                <a16:creationId xmlns:a16="http://schemas.microsoft.com/office/drawing/2014/main" id="{F59A7133-1F07-478F-9EC2-B3A1FD70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Чат без инструментов</a:t>
            </a:r>
          </a:p>
        </p:txBody>
      </p:sp>
      <p:sp>
        <p:nvSpPr>
          <p:cNvPr id="7" name="Человек приносит код и ошибки.&#10;Копирует ответ в проект.&#10;Запускает">
            <a:extLst xmlns:a="http://schemas.openxmlformats.org/drawingml/2006/main">
              <a:ext uri="{FF2B5EF4-FFF2-40B4-BE49-F238E27FC236}">
                <a16:creationId xmlns:a16="http://schemas.microsoft.com/office/drawing/2014/main" id="{7486DFB7-A0DF-4096-82B3-3D8CAE69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90775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Человек приносит код и ошибки.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Копирует ответ в проект.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Запускает команды и возвращает результат.</a:t>
            </a:r>
          </a:p>
        </p:txBody>
      </p:sp>
      <p:sp>
        <p:nvSpPr>
          <p:cNvPr id="8" name="Агентская среда">
            <a:extLst xmlns:a="http://schemas.openxmlformats.org/drawingml/2006/main">
              <a:ext uri="{FF2B5EF4-FFF2-40B4-BE49-F238E27FC236}">
                <a16:creationId xmlns:a16="http://schemas.microsoft.com/office/drawing/2014/main" id="{5EBE1EA8-39EB-45DC-8597-5CAC7037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Агентская среда</a:t>
            </a:r>
          </a:p>
        </p:txBody>
      </p:sp>
      <p:sp>
        <p:nvSpPr>
          <p:cNvPr id="9" name="Агент читает доступные файлы.&#10;Обращается к подключённым системам.">
            <a:extLst xmlns:a="http://schemas.openxmlformats.org/drawingml/2006/main">
              <a:ext uri="{FF2B5EF4-FFF2-40B4-BE49-F238E27FC236}">
                <a16:creationId xmlns:a16="http://schemas.microsoft.com/office/drawing/2014/main" id="{891FE39C-4BB0-4C56-972C-E2E32ACA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90775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Агент читает доступные файлы.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Обращается к подключённым системам.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Получает обратную связь и продолжает.</a:t>
            </a:r>
          </a:p>
        </p:txBody>
      </p:sp>
      <p:sp>
        <p:nvSpPr>
          <p:cNvPr id="10" name="Современный чат тоже может содержать агента. Отличие здесь в дейс">
            <a:extLst xmlns:a="http://schemas.openxmlformats.org/drawingml/2006/main">
              <a:ext uri="{FF2B5EF4-FFF2-40B4-BE49-F238E27FC236}">
                <a16:creationId xmlns:a16="http://schemas.microsoft.com/office/drawing/2014/main" id="{560F0BB2-3DE8-4108-A34E-8551E5C6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Современный чат тоже может содержать агента. Отличие здесь в действиях, а не в виде окна.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5E1B5-975F-4277-9964-B831F7A37F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927d619384c44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533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6">
            <a:extLst xmlns:a="http://schemas.openxmlformats.org/drawingml/2006/main">
              <a:ext uri="{FF2B5EF4-FFF2-40B4-BE49-F238E27FC236}">
                <a16:creationId xmlns:a16="http://schemas.microsoft.com/office/drawing/2014/main" id="{0BA518F4-744A-41ED-9939-6CE03769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6</a:t>
            </a:r>
          </a:p>
        </p:txBody>
      </p:sp>
      <p:sp>
        <p:nvSpPr>
          <p:cNvPr id="2" name="Что происходит внутри агента">
            <a:extLst xmlns:a="http://schemas.openxmlformats.org/drawingml/2006/main">
              <a:ext uri="{FF2B5EF4-FFF2-40B4-BE49-F238E27FC236}">
                <a16:creationId xmlns:a16="http://schemas.microsoft.com/office/drawing/2014/main" id="{4F107B81-D9C4-466E-9024-2B38EA76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Что происходит внутри агента</a:t>
            </a:r>
          </a:p>
        </p:txBody>
      </p:sp>
      <p:sp>
        <p:nvSpPr>
          <p:cNvPr id="3" name="Знакомый ReAct из курса. Справа — сокращённые события реального у">
            <a:extLst xmlns:a="http://schemas.openxmlformats.org/drawingml/2006/main">
              <a:ext uri="{FF2B5EF4-FFF2-40B4-BE49-F238E27FC236}">
                <a16:creationId xmlns:a16="http://schemas.microsoft.com/office/drawing/2014/main" id="{E65E75E2-D44E-47A1-ABFB-90D4A936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810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Цикл ReAct. Справа — сокращённые события реального учебного запуска Codex CLI.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D769F-FFA2-4624-BFC9-BEDAE92438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6c2300109445e"/>
          <a:stretch xmlns:a="http://schemas.openxmlformats.org/drawingml/2006/main"/>
        </p:blipFill>
        <p:spPr>
          <a:xfrm xmlns:a="http://schemas.openxmlformats.org/drawingml/2006/main">
            <a:off x="476250" y="2150565"/>
            <a:ext cx="4143375" cy="1147169"/>
          </a:xfrm>
          <a:prstGeom xmlns:a="http://schemas.openxmlformats.org/drawingml/2006/main" prst="rect">
            <a:avLst/>
          </a:prstGeom>
        </p:spPr>
      </p:pic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C9C668DF-CD42-4F48-BE14-1B0DC476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466850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LLM: выбирает действия">
            <a:extLst xmlns:a="http://schemas.openxmlformats.org/drawingml/2006/main">
              <a:ext uri="{FF2B5EF4-FFF2-40B4-BE49-F238E27FC236}">
                <a16:creationId xmlns:a16="http://schemas.microsoft.com/office/drawing/2014/main" id="{BCDD5E22-2A8E-4389-8C8C-4C559A9A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466850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LLM: выбирает действия</a:t>
            </a:r>
          </a:p>
        </p:txBody>
      </p:sp>
      <p:sp>
        <p:nvSpPr>
          <p:cNvPr id="7" name="Прочитать cache.py и тест. Запустить проверку, ничего не редактир">
            <a:extLst xmlns:a="http://schemas.openxmlformats.org/drawingml/2006/main">
              <a:ext uri="{FF2B5EF4-FFF2-40B4-BE49-F238E27FC236}">
                <a16:creationId xmlns:a16="http://schemas.microsoft.com/office/drawing/2014/main" id="{05725093-1E81-459A-BA6E-EB15A5B8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762125"/>
            <a:ext cx="319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Прочитать cache.py и тест. Запустить проверку, ничего не редактируя.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3D92E7F8-94F8-457E-B2DF-B445979F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52675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9" name="Tool: возвращает наблюдение">
            <a:extLst xmlns:a="http://schemas.openxmlformats.org/drawingml/2006/main">
              <a:ext uri="{FF2B5EF4-FFF2-40B4-BE49-F238E27FC236}">
                <a16:creationId xmlns:a16="http://schemas.microsoft.com/office/drawing/2014/main" id="{EE6F72B6-1F84-41D0-B0A7-B751464A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352675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Tool: возвращает наблюдение</a:t>
            </a:r>
          </a:p>
        </p:txBody>
      </p:sp>
      <p:sp>
        <p:nvSpPr>
          <p:cNvPr id="10" name="unittest: 1 test, 1 failure. В t=60 получено старое value-1 вмест">
            <a:extLst xmlns:a="http://schemas.openxmlformats.org/drawingml/2006/main">
              <a:ext uri="{FF2B5EF4-FFF2-40B4-BE49-F238E27FC236}">
                <a16:creationId xmlns:a16="http://schemas.microsoft.com/office/drawing/2014/main" id="{CDE6CD71-3806-4DD8-BB36-DE3B090E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647950"/>
            <a:ext cx="319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unittest: 1 test, 1 failure. В t=60 получено старое value-1 вместо value-2.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6A1A09DE-CAE0-46A3-BAD5-30369F19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238500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LLM: объясняет причину">
            <a:extLst xmlns:a="http://schemas.openxmlformats.org/drawingml/2006/main">
              <a:ext uri="{FF2B5EF4-FFF2-40B4-BE49-F238E27FC236}">
                <a16:creationId xmlns:a16="http://schemas.microsoft.com/office/drawing/2014/main" id="{FE04FAC1-DBCB-4106-A926-890781C6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238500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LLM: объясняет причину</a:t>
            </a:r>
          </a:p>
        </p:txBody>
      </p:sp>
      <p:sp>
        <p:nvSpPr>
          <p:cNvPr id="13" name="Условие now &gt; expires_at пропускает границу. Предложено &gt;=. Файлы">
            <a:extLst xmlns:a="http://schemas.openxmlformats.org/drawingml/2006/main">
              <a:ext uri="{FF2B5EF4-FFF2-40B4-BE49-F238E27FC236}">
                <a16:creationId xmlns:a16="http://schemas.microsoft.com/office/drawing/2014/main" id="{7E870983-8C39-4535-BBF3-3DB3EB58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533775"/>
            <a:ext cx="319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Условие now &gt; expires_at пропускает границу. Предложено &gt;=. Файлы не изменены.</a:t>
            </a:r>
          </a:p>
        </p:txBody>
      </p:sp>
      <p:sp>
        <p:nvSpPr>
          <p:cNvPr id="14" name="Модель выбирает следующий шаг. Harness проверяет права и исполняе">
            <a:extLst xmlns:a="http://schemas.openxmlformats.org/drawingml/2006/main">
              <a:ext uri="{FF2B5EF4-FFF2-40B4-BE49-F238E27FC236}">
                <a16:creationId xmlns:a16="http://schemas.microsoft.com/office/drawing/2014/main" id="{B3331390-8318-430D-9960-99154321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Модель выбирает следующий шаг. Harness проверяет права и исполняет tool. Здесь показаны события, не скрытый reasoning.</a:t>
            </a: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231FC6-8992-4CA1-BC92-8519C6893E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1632fc93f4a2a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7">
            <a:extLst xmlns:a="http://schemas.openxmlformats.org/drawingml/2006/main">
              <a:ext uri="{FF2B5EF4-FFF2-40B4-BE49-F238E27FC236}">
                <a16:creationId xmlns:a16="http://schemas.microsoft.com/office/drawing/2014/main" id="{43DE850E-F44D-49E1-BFE3-5EF6CA0E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7</a:t>
            </a:r>
          </a:p>
        </p:txBody>
      </p:sp>
      <p:sp>
        <p:nvSpPr>
          <p:cNvPr id="2" name="Агенты вокруг нас">
            <a:extLst xmlns:a="http://schemas.openxmlformats.org/drawingml/2006/main">
              <a:ext uri="{FF2B5EF4-FFF2-40B4-BE49-F238E27FC236}">
                <a16:creationId xmlns:a16="http://schemas.microsoft.com/office/drawing/2014/main" id="{688C847F-846C-41FC-8AEC-EB33D925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7620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3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33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Агенты вокруг нас</a:t>
            </a:r>
          </a:p>
        </p:txBody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C08B4EB1-11E3-4235-AFE2-23AD7703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952500" y="26479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160"/>
          </a:solidFill>
          <a:ln xmlns:a="http://schemas.openxmlformats.org/drawingml/2006/main" w="0">
            <a:noFill/>
          </a:ln>
        </p:spPr>
      </p:sp>
      <p:sp>
        <p:nvSpPr>
          <p:cNvPr id="4" name="Какие задачи им поручают&#10;и зачем нужны разные агенты.">
            <a:extLst xmlns:a="http://schemas.openxmlformats.org/drawingml/2006/main">
              <a:ext uri="{FF2B5EF4-FFF2-40B4-BE49-F238E27FC236}">
                <a16:creationId xmlns:a16="http://schemas.microsoft.com/office/drawing/2014/main" id="{45C7671D-5CCB-4977-937A-1CE32188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674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Какие задачи им поручают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72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и зачем нужны разные агенты.</a:t>
            </a:r>
          </a:p>
        </p:txBody>
      </p:sp>
      <p:sp>
        <p:nvSpPr>
          <p:cNvPr id="5" name="Сейчас: покупки, документы, создание продуктов и личные помощники">
            <a:extLst xmlns:a="http://schemas.openxmlformats.org/drawingml/2006/main">
              <a:ext uri="{FF2B5EF4-FFF2-40B4-BE49-F238E27FC236}">
                <a16:creationId xmlns:a16="http://schemas.microsoft.com/office/drawing/2014/main" id="{CE734BEA-9EFE-413C-AF50-09CB2EA3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670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Сейчас: покупки, создание продуктов и личные помощники.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Затем сосредоточимся на разработке.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FF40B-5E2B-40C2-BF7E-8C6B0B0580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d071ec4bf4d22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8">
            <a:extLst xmlns:a="http://schemas.openxmlformats.org/drawingml/2006/main">
              <a:ext uri="{FF2B5EF4-FFF2-40B4-BE49-F238E27FC236}">
                <a16:creationId xmlns:a16="http://schemas.microsoft.com/office/drawing/2014/main" id="{A862C622-17C7-457F-A663-44CB480D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8</a:t>
            </a:r>
          </a:p>
        </p:txBody>
      </p:sp>
      <p:sp>
        <p:nvSpPr>
          <p:cNvPr id="2" name="Какие примеры сейчас посмотрим">
            <a:extLst xmlns:a="http://schemas.openxmlformats.org/drawingml/2006/main">
              <a:ext uri="{FF2B5EF4-FFF2-40B4-BE49-F238E27FC236}">
                <a16:creationId xmlns:a16="http://schemas.microsoft.com/office/drawing/2014/main" id="{073EF515-F318-4A07-9207-7CDD548C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Какие примеры сейчас посмотрим</a:t>
            </a:r>
          </a:p>
        </p:txBody>
      </p:sp>
      <p:sp>
        <p:nvSpPr>
          <p:cNvPr id="3" name="Смотрим, какие данные, действия и ограничения нужны конкретной за">
            <a:extLst xmlns:a="http://schemas.openxmlformats.org/drawingml/2006/main">
              <a:ext uri="{FF2B5EF4-FFF2-40B4-BE49-F238E27FC236}">
                <a16:creationId xmlns:a16="http://schemas.microsoft.com/office/drawing/2014/main" id="{75FAE67D-C5AA-49CC-B723-659A3934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Смотрим, какие данные, действия и ограничения нужны конкретной задаче.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4DDF64A6-2291-4852-A10F-7F6255B6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5" name="Commerce">
            <a:extLst xmlns:a="http://schemas.openxmlformats.org/drawingml/2006/main">
              <a:ext uri="{FF2B5EF4-FFF2-40B4-BE49-F238E27FC236}">
                <a16:creationId xmlns:a16="http://schemas.microsoft.com/office/drawing/2014/main" id="{B58B6ADD-8D10-4169-BE70-81C68DFA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24000"/>
            <a:ext cx="709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Commerce</a:t>
            </a:r>
          </a:p>
        </p:txBody>
      </p:sp>
      <p:sp>
        <p:nvSpPr>
          <p:cNvPr id="6" name="Разные роли покупателя и продавца">
            <a:extLst xmlns:a="http://schemas.openxmlformats.org/drawingml/2006/main">
              <a:ext uri="{FF2B5EF4-FFF2-40B4-BE49-F238E27FC236}">
                <a16:creationId xmlns:a16="http://schemas.microsoft.com/office/drawing/2014/main" id="{C752E722-A9BA-44B3-9DA8-B6F8F2A4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76425"/>
            <a:ext cx="709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Разные роли покупателя и продавца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EEFA0502-2786-4BF4-94BD-5620440C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8" name="v0 и Higgsfield">
            <a:extLst xmlns:a="http://schemas.openxmlformats.org/drawingml/2006/main">
              <a:ext uri="{FF2B5EF4-FFF2-40B4-BE49-F238E27FC236}">
                <a16:creationId xmlns:a16="http://schemas.microsoft.com/office/drawing/2014/main" id="{E7BF4A0B-F87C-4463-9B47-55F43BC9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709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v0 и Higgsfield</a:t>
            </a:r>
          </a:p>
        </p:txBody>
      </p:sp>
      <p:sp>
        <p:nvSpPr>
          <p:cNvPr id="9" name="Продукты вокруг задач создания интерфейсов и медиа">
            <a:extLst xmlns:a="http://schemas.openxmlformats.org/drawingml/2006/main">
              <a:ext uri="{FF2B5EF4-FFF2-40B4-BE49-F238E27FC236}">
                <a16:creationId xmlns:a16="http://schemas.microsoft.com/office/drawing/2014/main" id="{7452C03B-BA1A-435E-A135-44C499C7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00325"/>
            <a:ext cx="709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Продукты вокруг задач создания интерфейсов и медиа</a:t>
            </a:r>
          </a:p>
        </p:txBody>
      </p:sp>
      <p:sp>
        <p:nvSpPr>
          <p:cNvPr id="13" name="4">
            <a:extLst xmlns:a="http://schemas.openxmlformats.org/drawingml/2006/main">
              <a:ext uri="{FF2B5EF4-FFF2-40B4-BE49-F238E27FC236}">
                <a16:creationId xmlns:a16="http://schemas.microsoft.com/office/drawing/2014/main" id="{0C6182DE-FCBC-4A85-9E29-531CEAC7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4" name="OpenClaw и Hermes">
            <a:extLst xmlns:a="http://schemas.openxmlformats.org/drawingml/2006/main">
              <a:ext uri="{FF2B5EF4-FFF2-40B4-BE49-F238E27FC236}">
                <a16:creationId xmlns:a16="http://schemas.microsoft.com/office/drawing/2014/main" id="{B4C8925F-EC46-4DAC-BC8B-8B863E97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71800"/>
            <a:ext cx="709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OpenClaw и Hermes</a:t>
            </a:r>
          </a:p>
        </p:txBody>
      </p:sp>
      <p:sp>
        <p:nvSpPr>
          <p:cNvPr id="15" name="Личные помощники с инструментами и памятью">
            <a:extLst xmlns:a="http://schemas.openxmlformats.org/drawingml/2006/main">
              <a:ext uri="{FF2B5EF4-FFF2-40B4-BE49-F238E27FC236}">
                <a16:creationId xmlns:a16="http://schemas.microsoft.com/office/drawing/2014/main" id="{F90935BB-0245-4E02-A2A8-3F40CA5E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24225"/>
            <a:ext cx="709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Личные помощники с инструментами и памятью</a:t>
            </a:r>
          </a:p>
        </p:txBody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A24898-EC7F-4409-9FF6-5E029FE36B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8bebf1b0e4cde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9">
            <a:extLst xmlns:a="http://schemas.openxmlformats.org/drawingml/2006/main">
              <a:ext uri="{FF2B5EF4-FFF2-40B4-BE49-F238E27FC236}">
                <a16:creationId xmlns:a16="http://schemas.microsoft.com/office/drawing/2014/main" id="{671629C4-85F9-4B59-BC88-F311CE7D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9</a:t>
            </a:r>
          </a:p>
        </p:txBody>
      </p:sp>
      <p:sp>
        <p:nvSpPr>
          <p:cNvPr id="2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224FA3BB-BFC6-40F9-96E4-15460FD0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 w="0">
            <a:noFill/>
          </a:ln>
        </p:spPr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5C5C142B-5FF6-41AB-9896-5B810274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AFC"/>
          </a:solidFill>
          <a:ln xmlns:a="http://schemas.openxmlformats.org/drawingml/2006/main" w="0">
            <a:noFill/>
          </a:ln>
        </p:spPr>
      </p:sp>
      <p:sp>
        <p:nvSpPr>
          <p:cNvPr id="4" name="Одна модель, разные commerce-агенты">
            <a:extLst xmlns:a="http://schemas.openxmlformats.org/drawingml/2006/main">
              <a:ext uri="{FF2B5EF4-FFF2-40B4-BE49-F238E27FC236}">
                <a16:creationId xmlns:a16="http://schemas.microsoft.com/office/drawing/2014/main" id="{2E214B3C-A335-48B2-BE0B-50145069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Одна модель, разные commerce-агенты</a:t>
            </a:r>
          </a:p>
        </p:txBody>
      </p:sp>
      <p:sp>
        <p:nvSpPr>
          <p:cNvPr id="5" name="Агенты могут использовать общее ядро. Различаются инструкции, инс">
            <a:extLst xmlns:a="http://schemas.openxmlformats.org/drawingml/2006/main">
              <a:ext uri="{FF2B5EF4-FFF2-40B4-BE49-F238E27FC236}">
                <a16:creationId xmlns:a16="http://schemas.microsoft.com/office/drawing/2014/main" id="{EC5C5760-647E-48A0-80C8-91300451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Агенты могут использовать общее ядро. Различаются инструкции, инструменты, доступные данные и права.</a:t>
            </a:r>
          </a:p>
        </p:txBody>
      </p:sp>
      <p:sp>
        <p:nvSpPr>
          <p:cNvPr id="6" name="Покупатель">
            <a:extLst xmlns:a="http://schemas.openxmlformats.org/drawingml/2006/main">
              <a:ext uri="{FF2B5EF4-FFF2-40B4-BE49-F238E27FC236}">
                <a16:creationId xmlns:a16="http://schemas.microsoft.com/office/drawing/2014/main" id="{B945A2DB-ECE1-4E67-A28B-96187769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Покупатель</a:t>
            </a:r>
          </a:p>
        </p:txBody>
      </p:sp>
      <p:sp>
        <p:nvSpPr>
          <p:cNvPr id="7" name="Цель: подобрать товары.&#10;Контекст: каталог и свои заказы.&#10;Действия">
            <a:extLst xmlns:a="http://schemas.openxmlformats.org/drawingml/2006/main">
              <a:ext uri="{FF2B5EF4-FFF2-40B4-BE49-F238E27FC236}">
                <a16:creationId xmlns:a16="http://schemas.microsoft.com/office/drawing/2014/main" id="{4742511A-007E-42AE-BC5A-ADBABEC9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90775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Цель: подобрать товары.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Контекст: каталог и свои заказы.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Действия: поиск, корзина, оформление.</a:t>
            </a:r>
          </a:p>
        </p:txBody>
      </p:sp>
      <p:sp>
        <p:nvSpPr>
          <p:cNvPr id="8" name="Продавец">
            <a:extLst xmlns:a="http://schemas.openxmlformats.org/drawingml/2006/main">
              <a:ext uri="{FF2B5EF4-FFF2-40B4-BE49-F238E27FC236}">
                <a16:creationId xmlns:a16="http://schemas.microsoft.com/office/drawing/2014/main" id="{3909E7D0-19C3-4CD1-85CE-36C24B5B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Продавец</a:t>
            </a:r>
          </a:p>
        </p:txBody>
      </p:sp>
      <p:sp>
        <p:nvSpPr>
          <p:cNvPr id="9" name="Цель: разобраться в продажах.&#10;Контекст: продажи и остатки.&#10;Действ">
            <a:extLst xmlns:a="http://schemas.openxmlformats.org/drawingml/2006/main">
              <a:ext uri="{FF2B5EF4-FFF2-40B4-BE49-F238E27FC236}">
                <a16:creationId xmlns:a16="http://schemas.microsoft.com/office/drawing/2014/main" id="{EC050E63-6DFF-4453-B010-87FAB51E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90775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Цель: разобраться в продажах.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Контекст: продажи и остатки.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Действия: отчёт и подготовка акции.</a:t>
            </a:r>
          </a:p>
        </p:txBody>
      </p:sp>
      <p:sp>
        <p:nvSpPr>
          <p:cNvPr id="10" name="Commerce agents: пример и код">
            <a:extLst xmlns:a="http://schemas.openxmlformats.org/drawingml/2006/main">
              <a:ext uri="{FF2B5EF4-FFF2-40B4-BE49-F238E27FC236}">
                <a16:creationId xmlns:a16="http://schemas.microsoft.com/office/drawing/2014/main" id="{D34A1201-681A-4AAB-8D3D-4DE23134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767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1c5750699e5142dc"/>
              </a:rPr>
              <a:t>Общий пример для двух ролей: commerce agents</a:t>
            </a:r>
          </a:p>
        </p:txBody>
      </p:sp>
      <p:sp>
        <p:nvSpPr>
          <p:cNvPr id="11" name="Роль в промпте не заменяет проверку доступа. Пример требует интег">
            <a:extLst xmlns:a="http://schemas.openxmlformats.org/drawingml/2006/main">
              <a:ext uri="{FF2B5EF4-FFF2-40B4-BE49-F238E27FC236}">
                <a16:creationId xmlns:a16="http://schemas.microsoft.com/office/drawing/2014/main" id="{AB1D1F09-D528-4DDC-AE1C-C9FF5C8C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Роль в промпте не заменяет проверку доступа. Пример требует интеграции с реальным магазином.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2AB8CE-A880-445B-AFF0-50167DC832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9664f2de14182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533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10">
            <a:extLst xmlns:a="http://schemas.openxmlformats.org/drawingml/2006/main">
              <a:ext uri="{FF2B5EF4-FFF2-40B4-BE49-F238E27FC236}">
                <a16:creationId xmlns:a16="http://schemas.microsoft.com/office/drawing/2014/main" id="{2C18A0B2-7884-4332-BA2D-A7E0BCFC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  <p:sp>
        <p:nvSpPr>
          <p:cNvPr id="2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1E2E47F8-E3F9-41F0-8849-004DF4BE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 w="0">
            <a:noFill/>
          </a:ln>
        </p:spPr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7D61B497-3DDF-473F-A792-614E4602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AFC"/>
          </a:solidFill>
          <a:ln xmlns:a="http://schemas.openxmlformats.org/drawingml/2006/main" w="0">
            <a:noFill/>
          </a:ln>
        </p:spPr>
      </p:sp>
      <p:sp>
        <p:nvSpPr>
          <p:cNvPr id="4" name="v0 и Higgsfield: продукт вокруг модели">
            <a:extLst xmlns:a="http://schemas.openxmlformats.org/drawingml/2006/main">
              <a:ext uri="{FF2B5EF4-FFF2-40B4-BE49-F238E27FC236}">
                <a16:creationId xmlns:a16="http://schemas.microsoft.com/office/drawing/2014/main" id="{DDBB12E9-9645-4FD3-A4F6-BA31326B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v0 и Higgsfield: продукт вокруг модели</a:t>
            </a:r>
          </a:p>
        </p:txBody>
      </p:sp>
      <p:sp>
        <p:nvSpPr>
          <p:cNvPr id="5" name="Пользователь получает готовый рабочий процесс: нужные материалы, ">
            <a:extLst xmlns:a="http://schemas.openxmlformats.org/drawingml/2006/main">
              <a:ext uri="{FF2B5EF4-FFF2-40B4-BE49-F238E27FC236}">
                <a16:creationId xmlns:a16="http://schemas.microsoft.com/office/drawing/2014/main" id="{175E6555-1CB4-4E90-BD23-D93E4FAA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Пользователь получает готовый рабочий процесс: нужные материалы, инструменты и способ оценить результат.</a:t>
            </a:r>
          </a:p>
        </p:txBody>
      </p:sp>
      <p:sp>
        <p:nvSpPr>
          <p:cNvPr id="6" name="v0">
            <a:extLst xmlns:a="http://schemas.openxmlformats.org/drawingml/2006/main">
              <a:ext uri="{FF2B5EF4-FFF2-40B4-BE49-F238E27FC236}">
                <a16:creationId xmlns:a16="http://schemas.microsoft.com/office/drawing/2014/main" id="{BAE35114-CC88-49AD-92EC-66C84CC9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347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v0</a:t>
            </a:r>
          </a:p>
        </p:txBody>
      </p:sp>
      <p:sp>
        <p:nvSpPr>
          <p:cNvPr id="7" name="Макет и компоненты проекта помогают получить нужный веб-интерфейс">
            <a:extLst xmlns:a="http://schemas.openxmlformats.org/drawingml/2006/main">
              <a:ext uri="{FF2B5EF4-FFF2-40B4-BE49-F238E27FC236}">
                <a16:creationId xmlns:a16="http://schemas.microsoft.com/office/drawing/2014/main" id="{6653807F-0EF9-4244-9629-0ED5869F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52725"/>
            <a:ext cx="3476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Макет и компоненты проекта помогают получить нужный веб-интерфейс.</a:t>
            </a:r>
          </a:p>
        </p:txBody>
      </p:sp>
      <p:sp>
        <p:nvSpPr>
          <p:cNvPr id="8" name="Higgsfield">
            <a:extLst xmlns:a="http://schemas.openxmlformats.org/drawingml/2006/main">
              <a:ext uri="{FF2B5EF4-FFF2-40B4-BE49-F238E27FC236}">
                <a16:creationId xmlns:a16="http://schemas.microsoft.com/office/drawing/2014/main" id="{C4F21905-2831-4DE7-8FDC-E1CC4CB1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347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Higgsfield</a:t>
            </a:r>
          </a:p>
        </p:txBody>
      </p:sp>
      <p:sp>
        <p:nvSpPr>
          <p:cNvPr id="9" name="Референсы, модели и медиа-инструменты связаны в процесс производс">
            <a:extLst xmlns:a="http://schemas.openxmlformats.org/drawingml/2006/main">
              <a:ext uri="{FF2B5EF4-FFF2-40B4-BE49-F238E27FC236}">
                <a16:creationId xmlns:a16="http://schemas.microsoft.com/office/drawing/2014/main" id="{C21B2CE8-4A4A-4D9B-9B2E-EA8BB7A5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52725"/>
            <a:ext cx="3476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Референсы, модели и медиа-инструменты связаны в процесс производства.</a:t>
            </a:r>
          </a:p>
        </p:txBody>
      </p:sp>
      <p:sp>
        <p:nvSpPr>
          <p:cNvPr id="10" name="v0">
            <a:extLst xmlns:a="http://schemas.openxmlformats.org/drawingml/2006/main">
              <a:ext uri="{FF2B5EF4-FFF2-40B4-BE49-F238E27FC236}">
                <a16:creationId xmlns:a16="http://schemas.microsoft.com/office/drawing/2014/main" id="{001A0C06-31ED-43EE-A3F4-80ADCC40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3705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a64db7d8e2bf46fd"/>
              </a:rPr>
              <a:t>v0</a:t>
            </a:r>
          </a:p>
        </p:txBody>
      </p:sp>
      <p:sp>
        <p:nvSpPr>
          <p:cNvPr id="11" name="Higgsfield">
            <a:extLst xmlns:a="http://schemas.openxmlformats.org/drawingml/2006/main">
              <a:ext uri="{FF2B5EF4-FFF2-40B4-BE49-F238E27FC236}">
                <a16:creationId xmlns:a16="http://schemas.microsoft.com/office/drawing/2014/main" id="{64641758-0894-4493-965D-28B32A9B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276725"/>
            <a:ext cx="3705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e68981e6a8824793"/>
              </a:rPr>
              <a:t>Higgsfield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E7E04A-3F62-4590-B705-EB24C3E640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bbcd1d5e14a06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5337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12">
            <a:extLst xmlns:a="http://schemas.openxmlformats.org/drawingml/2006/main">
              <a:ext uri="{FF2B5EF4-FFF2-40B4-BE49-F238E27FC236}">
                <a16:creationId xmlns:a16="http://schemas.microsoft.com/office/drawing/2014/main" id="{110F1D2D-BC89-4728-A644-1D01461A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11</a:t>
            </a:r>
          </a:p>
        </p:txBody>
      </p:sp>
      <p:sp>
        <p:nvSpPr>
          <p:cNvPr id="2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09AB6382-B47C-4815-B7CD-AEB48A59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 w="0">
            <a:noFill/>
          </a:ln>
        </p:spPr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984F5CB8-9348-45A0-A86A-B8846721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AFC"/>
          </a:solidFill>
          <a:ln xmlns:a="http://schemas.openxmlformats.org/drawingml/2006/main" w="0">
            <a:noFill/>
          </a:ln>
        </p:spPr>
      </p:sp>
      <p:sp>
        <p:nvSpPr>
          <p:cNvPr id="4" name="OpenClaw и Hermes: личные помощники">
            <a:extLst xmlns:a="http://schemas.openxmlformats.org/drawingml/2006/main">
              <a:ext uri="{FF2B5EF4-FFF2-40B4-BE49-F238E27FC236}">
                <a16:creationId xmlns:a16="http://schemas.microsoft.com/office/drawing/2014/main" id="{88DC5557-5467-4126-B908-A1885ABB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OpenClaw и Hermes: личные помощники</a:t>
            </a:r>
          </a:p>
        </p:txBody>
      </p:sp>
      <p:sp>
        <p:nvSpPr>
          <p:cNvPr id="5" name="Общение, доступные инструменты и сохранённые сведения соединяются">
            <a:extLst xmlns:a="http://schemas.openxmlformats.org/drawingml/2006/main">
              <a:ext uri="{FF2B5EF4-FFF2-40B4-BE49-F238E27FC236}">
                <a16:creationId xmlns:a16="http://schemas.microsoft.com/office/drawing/2014/main" id="{4BBB73D1-B0FA-484F-8A3C-EFCC3D98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Общение, доступные инструменты и сохранённые сведения соединяются в одном рабочем процессе.</a:t>
            </a:r>
          </a:p>
        </p:txBody>
      </p:sp>
      <p:sp>
        <p:nvSpPr>
          <p:cNvPr id="6" name="OpenClaw">
            <a:extLst xmlns:a="http://schemas.openxmlformats.org/drawingml/2006/main">
              <a:ext uri="{FF2B5EF4-FFF2-40B4-BE49-F238E27FC236}">
                <a16:creationId xmlns:a16="http://schemas.microsoft.com/office/drawing/2014/main" id="{58CB7342-6A48-4A77-B4FB-9EC7C2AA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347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OpenClaw</a:t>
            </a:r>
          </a:p>
        </p:txBody>
      </p:sp>
      <p:sp>
        <p:nvSpPr>
          <p:cNvPr id="7" name="Связывает каналы общения с сессиями агента и доступными инструмен">
            <a:extLst xmlns:a="http://schemas.openxmlformats.org/drawingml/2006/main">
              <a:ext uri="{FF2B5EF4-FFF2-40B4-BE49-F238E27FC236}">
                <a16:creationId xmlns:a16="http://schemas.microsoft.com/office/drawing/2014/main" id="{0B4EBE4E-D78C-4C57-8775-14DEDE57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52725"/>
            <a:ext cx="3476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Связывает каналы общения с сессиями агента и доступными инструментами.</a:t>
            </a:r>
          </a:p>
        </p:txBody>
      </p:sp>
      <p:sp>
        <p:nvSpPr>
          <p:cNvPr id="8" name="Hermes">
            <a:extLst xmlns:a="http://schemas.openxmlformats.org/drawingml/2006/main">
              <a:ext uri="{FF2B5EF4-FFF2-40B4-BE49-F238E27FC236}">
                <a16:creationId xmlns:a16="http://schemas.microsoft.com/office/drawing/2014/main" id="{D0CF24AF-6039-46E0-B4FA-E38E53B4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347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Hermes</a:t>
            </a:r>
          </a:p>
        </p:txBody>
      </p:sp>
      <p:sp>
        <p:nvSpPr>
          <p:cNvPr id="9" name="Использует инструменты, память и сохранённые способы выполнения з">
            <a:extLst xmlns:a="http://schemas.openxmlformats.org/drawingml/2006/main">
              <a:ext uri="{FF2B5EF4-FFF2-40B4-BE49-F238E27FC236}">
                <a16:creationId xmlns:a16="http://schemas.microsoft.com/office/drawing/2014/main" id="{56B0E83D-8561-4354-949C-E0FBB09B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52725"/>
            <a:ext cx="3476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Использует инструменты, память и сохранённые способы выполнения задач.</a:t>
            </a:r>
          </a:p>
        </p:txBody>
      </p:sp>
      <p:sp>
        <p:nvSpPr>
          <p:cNvPr id="10" name="OpenClaw">
            <a:extLst xmlns:a="http://schemas.openxmlformats.org/drawingml/2006/main">
              <a:ext uri="{FF2B5EF4-FFF2-40B4-BE49-F238E27FC236}">
                <a16:creationId xmlns:a16="http://schemas.microsoft.com/office/drawing/2014/main" id="{93E09C8A-9A35-435C-88D8-B8DC3878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3705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d2c4b955d1ee494f"/>
              </a:rPr>
              <a:t>OpenClaw</a:t>
            </a:r>
          </a:p>
        </p:txBody>
      </p:sp>
      <p:sp>
        <p:nvSpPr>
          <p:cNvPr id="11" name="Hermes">
            <a:extLst xmlns:a="http://schemas.openxmlformats.org/drawingml/2006/main">
              <a:ext uri="{FF2B5EF4-FFF2-40B4-BE49-F238E27FC236}">
                <a16:creationId xmlns:a16="http://schemas.microsoft.com/office/drawing/2014/main" id="{675B72EF-FA69-4DD0-BDB3-BC8B8B49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276725"/>
            <a:ext cx="3705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a8ee8c4c0f6649e9"/>
              </a:rPr>
              <a:t>Hermes</a:t>
            </a:r>
          </a:p>
        </p:txBody>
      </p:sp>
      <p:sp>
        <p:nvSpPr>
          <p:cNvPr id="12" name="Память и сохранённые процедуры не переобучают веса модели.">
            <a:extLst xmlns:a="http://schemas.openxmlformats.org/drawingml/2006/main">
              <a:ext uri="{FF2B5EF4-FFF2-40B4-BE49-F238E27FC236}">
                <a16:creationId xmlns:a16="http://schemas.microsoft.com/office/drawing/2014/main" id="{B0E02624-C945-48F3-97C7-5E7BB98B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Память и сохранённые процедуры не переобучают веса модели.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3B3CA7-AF4D-49D5-AE37-DB5D63003C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6aec78fbb463a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533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E5CCB85E-8D2D-419F-8661-754B9519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12</a:t>
            </a:r>
          </a:p>
        </p:txBody>
      </p:sp>
      <p:sp>
        <p:nvSpPr>
          <p:cNvPr id="2" name="Есть вопросы?">
            <a:extLst xmlns:a="http://schemas.openxmlformats.org/drawingml/2006/main">
              <a:ext uri="{FF2B5EF4-FFF2-40B4-BE49-F238E27FC236}">
                <a16:creationId xmlns:a16="http://schemas.microsoft.com/office/drawing/2014/main" id="{F33B7C6F-E9F8-4F9E-9869-9772B58D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7924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1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315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Есть вопросы?</a:t>
            </a:r>
          </a:p>
        </p:txBody>
      </p:sp>
      <p:sp>
        <p:nvSpPr>
          <p:cNvPr id="3" name="Разным задачам нужны разные данные,&#10;инструменты и ограничения.">
            <a:extLst xmlns:a="http://schemas.openxmlformats.org/drawingml/2006/main">
              <a:ext uri="{FF2B5EF4-FFF2-40B4-BE49-F238E27FC236}">
                <a16:creationId xmlns:a16="http://schemas.microsoft.com/office/drawing/2014/main" id="{83D59910-823A-4440-B91E-C6A6AED0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95575"/>
            <a:ext cx="7791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Разным задачам нужны разные данные,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инструменты и ограничения.</a:t>
            </a:r>
          </a:p>
        </p:txBody>
      </p:sp>
      <p:sp>
        <p:nvSpPr>
          <p:cNvPr id="4" name="Дальше: агенты, которые работают с кодом.">
            <a:extLst xmlns:a="http://schemas.openxmlformats.org/drawingml/2006/main">
              <a:ext uri="{FF2B5EF4-FFF2-40B4-BE49-F238E27FC236}">
                <a16:creationId xmlns:a16="http://schemas.microsoft.com/office/drawing/2014/main" id="{E72D5EA6-81BC-451B-9C7A-42CB2A44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95725"/>
            <a:ext cx="7734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Дальше: агенты, которые работают с кодом.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31305-A134-422C-9D29-8FEF9AAE7B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be9e6a6e24eeb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14">
            <a:extLst xmlns:a="http://schemas.openxmlformats.org/drawingml/2006/main">
              <a:ext uri="{FF2B5EF4-FFF2-40B4-BE49-F238E27FC236}">
                <a16:creationId xmlns:a16="http://schemas.microsoft.com/office/drawing/2014/main" id="{95047F50-4A16-4BD8-A4AC-0FC2DF5C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13</a:t>
            </a:r>
          </a:p>
        </p:txBody>
      </p:sp>
      <p:sp>
        <p:nvSpPr>
          <p:cNvPr id="2" name="Что могут кодинговые агенты">
            <a:extLst xmlns:a="http://schemas.openxmlformats.org/drawingml/2006/main">
              <a:ext uri="{FF2B5EF4-FFF2-40B4-BE49-F238E27FC236}">
                <a16:creationId xmlns:a16="http://schemas.microsoft.com/office/drawing/2014/main" id="{FAED9E08-ACC8-40D8-AF2C-AFD46D61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7620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3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33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Что могут кодинговые агенты</a:t>
            </a:r>
          </a:p>
        </p:txBody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15B28A78-D7C2-4DCC-9750-2BB600A5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952500" y="26479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160"/>
          </a:solidFill>
          <a:ln xmlns:a="http://schemas.openxmlformats.org/drawingml/2006/main" w="0">
            <a:noFill/>
          </a:ln>
        </p:spPr>
      </p:sp>
      <p:sp>
        <p:nvSpPr>
          <p:cNvPr id="4" name="От небольшого изменения&#10;до исследования и серии PR.">
            <a:extLst xmlns:a="http://schemas.openxmlformats.org/drawingml/2006/main">
              <a:ext uri="{FF2B5EF4-FFF2-40B4-BE49-F238E27FC236}">
                <a16:creationId xmlns:a16="http://schemas.microsoft.com/office/drawing/2014/main" id="{CC4BD028-EA2E-4783-9525-0DE28AC0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674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От небольшого изменения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72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до исследования и серии PR.</a:t>
            </a:r>
          </a:p>
        </p:txBody>
      </p:sp>
      <p:sp>
        <p:nvSpPr>
          <p:cNvPr id="5" name="Сейчас: инструменты, реальные кейсы и моя работа.&#10;Затем: как подг">
            <a:extLst xmlns:a="http://schemas.openxmlformats.org/drawingml/2006/main">
              <a:ext uri="{FF2B5EF4-FFF2-40B4-BE49-F238E27FC236}">
                <a16:creationId xmlns:a16="http://schemas.microsoft.com/office/drawing/2014/main" id="{91A402FF-09B8-476C-96C2-0B9A4372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670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Сейчас: инструменты, реальные кейсы и моя работа.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Затем: как подготовить среду под короткое поручение.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AB26E-5E78-4123-810D-E41712901D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c80a5de0442b6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15">
            <a:extLst xmlns:a="http://schemas.openxmlformats.org/drawingml/2006/main">
              <a:ext uri="{FF2B5EF4-FFF2-40B4-BE49-F238E27FC236}">
                <a16:creationId xmlns:a16="http://schemas.microsoft.com/office/drawing/2014/main" id="{BE171BD8-4BA6-4F06-B303-A23858B5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14</a:t>
            </a:r>
          </a:p>
        </p:txBody>
      </p:sp>
      <p:sp>
        <p:nvSpPr>
          <p:cNvPr id="2" name="Какие кодинговые агенты встречаются">
            <a:extLst xmlns:a="http://schemas.openxmlformats.org/drawingml/2006/main">
              <a:ext uri="{FF2B5EF4-FFF2-40B4-BE49-F238E27FC236}">
                <a16:creationId xmlns:a16="http://schemas.microsoft.com/office/drawing/2014/main" id="{041316D5-4046-4764-9465-A1B3E56D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Какие кодинговые агенты встречаются</a:t>
            </a:r>
          </a:p>
        </p:txBody>
      </p:sp>
      <p:sp>
        <p:nvSpPr>
          <p:cNvPr id="3" name="На практике используем OpenCode. Принципы применимы и к другим ин">
            <a:extLst xmlns:a="http://schemas.openxmlformats.org/drawingml/2006/main">
              <a:ext uri="{FF2B5EF4-FFF2-40B4-BE49-F238E27FC236}">
                <a16:creationId xmlns:a16="http://schemas.microsoft.com/office/drawing/2014/main" id="{AF27DF5B-97AE-4E3C-88F9-3AAF3FE1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Изучаем подход. Ведущий может показывать Codex или Claude Code; на практике работаем в OpenCode.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8589E374-EFFC-4DE6-9DAB-0227A822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5" name="Приложения провайдеров">
            <a:extLst xmlns:a="http://schemas.openxmlformats.org/drawingml/2006/main">
              <a:ext uri="{FF2B5EF4-FFF2-40B4-BE49-F238E27FC236}">
                <a16:creationId xmlns:a16="http://schemas.microsoft.com/office/drawing/2014/main" id="{77B5A214-F51E-4C53-AC77-7258B389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24000"/>
            <a:ext cx="709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Приложения провайдеров</a:t>
            </a:r>
          </a:p>
        </p:txBody>
      </p:sp>
      <p:sp>
        <p:nvSpPr>
          <p:cNvPr id="6" name="Codex и Claude Code">
            <a:extLst xmlns:a="http://schemas.openxmlformats.org/drawingml/2006/main">
              <a:ext uri="{FF2B5EF4-FFF2-40B4-BE49-F238E27FC236}">
                <a16:creationId xmlns:a16="http://schemas.microsoft.com/office/drawing/2014/main" id="{A3F598FC-1FD7-4C5D-801B-E80B378B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76425"/>
            <a:ext cx="709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Codex и Claude Code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98903035-ABFD-4270-A172-D899EF8E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8" name="Открытые клиенты">
            <a:extLst xmlns:a="http://schemas.openxmlformats.org/drawingml/2006/main">
              <a:ext uri="{FF2B5EF4-FFF2-40B4-BE49-F238E27FC236}">
                <a16:creationId xmlns:a16="http://schemas.microsoft.com/office/drawing/2014/main" id="{071ED92E-C233-43FD-9D9E-B2A5035D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709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Открытые клиенты</a:t>
            </a:r>
          </a:p>
        </p:txBody>
      </p:sp>
      <p:sp>
        <p:nvSpPr>
          <p:cNvPr id="9" name="OpenCode и Gemini CLI">
            <a:extLst xmlns:a="http://schemas.openxmlformats.org/drawingml/2006/main">
              <a:ext uri="{FF2B5EF4-FFF2-40B4-BE49-F238E27FC236}">
                <a16:creationId xmlns:a16="http://schemas.microsoft.com/office/drawing/2014/main" id="{7F8050C5-89F6-43E9-9D16-249F4F80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00325"/>
            <a:ext cx="709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OpenCode и Gemini CLI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BA9C549A-B4CD-4403-AEAB-E133CE64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1" name="Минимальный агент и компоненты">
            <a:extLst xmlns:a="http://schemas.openxmlformats.org/drawingml/2006/main">
              <a:ext uri="{FF2B5EF4-FFF2-40B4-BE49-F238E27FC236}">
                <a16:creationId xmlns:a16="http://schemas.microsoft.com/office/drawing/2014/main" id="{E42BB638-1516-404E-9880-2D207370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71800"/>
            <a:ext cx="709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Минимальный агент и компоненты</a:t>
            </a:r>
          </a:p>
        </p:txBody>
      </p:sp>
      <p:sp>
        <p:nvSpPr>
          <p:cNvPr id="12" name="Pi: готовый CLI и основа своего приложения">
            <a:extLst xmlns:a="http://schemas.openxmlformats.org/drawingml/2006/main">
              <a:ext uri="{FF2B5EF4-FFF2-40B4-BE49-F238E27FC236}">
                <a16:creationId xmlns:a16="http://schemas.microsoft.com/office/drawing/2014/main" id="{60D231EF-8B32-42FB-9A0A-1F0D87E0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24225"/>
            <a:ext cx="709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Pi: готовый CLI и основа своего приложения</a:t>
            </a:r>
          </a:p>
        </p:txBody>
      </p:sp>
      <p:sp>
        <p:nvSpPr>
          <p:cNvPr id="13" name="4">
            <a:extLst xmlns:a="http://schemas.openxmlformats.org/drawingml/2006/main">
              <a:ext uri="{FF2B5EF4-FFF2-40B4-BE49-F238E27FC236}">
                <a16:creationId xmlns:a16="http://schemas.microsoft.com/office/drawing/2014/main" id="{668D7B84-ED26-4E56-B6EB-73BCA385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14" name="Агенты в редакторах">
            <a:extLst xmlns:a="http://schemas.openxmlformats.org/drawingml/2006/main">
              <a:ext uri="{FF2B5EF4-FFF2-40B4-BE49-F238E27FC236}">
                <a16:creationId xmlns:a16="http://schemas.microsoft.com/office/drawing/2014/main" id="{8CEA7592-AE2E-4752-88A8-F2772717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95700"/>
            <a:ext cx="709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Агенты в редакторах</a:t>
            </a:r>
          </a:p>
        </p:txBody>
      </p:sp>
      <p:sp>
        <p:nvSpPr>
          <p:cNvPr id="15" name="Cursor, VS Code, JetBrains и Zed">
            <a:extLst xmlns:a="http://schemas.openxmlformats.org/drawingml/2006/main">
              <a:ext uri="{FF2B5EF4-FFF2-40B4-BE49-F238E27FC236}">
                <a16:creationId xmlns:a16="http://schemas.microsoft.com/office/drawing/2014/main" id="{BE21F477-8B85-4CD2-B131-9751792A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48125"/>
            <a:ext cx="709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Cursor, VS Code, JetBrains и Zed</a:t>
            </a:r>
          </a:p>
        </p:txBody>
      </p:sp>
      <p:sp>
        <p:nvSpPr>
          <p:cNvPr id="16" name="OpenCode">
            <a:extLst xmlns:a="http://schemas.openxmlformats.org/drawingml/2006/main">
              <a:ext uri="{FF2B5EF4-FFF2-40B4-BE49-F238E27FC236}">
                <a16:creationId xmlns:a16="http://schemas.microsoft.com/office/drawing/2014/main" id="{7E05E245-1B8D-4D5A-9393-E7C5E37E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3705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1f46ae370b2f411e"/>
              </a:rPr>
              <a:t>OpenCode</a:t>
            </a:r>
          </a:p>
        </p:txBody>
      </p:sp>
      <p:sp>
        <p:nvSpPr>
          <p:cNvPr id="17" name="Pi">
            <a:extLst xmlns:a="http://schemas.openxmlformats.org/drawingml/2006/main">
              <a:ext uri="{FF2B5EF4-FFF2-40B4-BE49-F238E27FC236}">
                <a16:creationId xmlns:a16="http://schemas.microsoft.com/office/drawing/2014/main" id="{911226E7-83DB-4973-B7FD-73C5B0D0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276725"/>
            <a:ext cx="3705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cec2ddb6043f4a44"/>
              </a:rPr>
              <a:t>Pi</a:t>
            </a:r>
          </a:p>
        </p:txBody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2D66C9-5793-4B08-A5CC-EFCC1DACD8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607582ecc4f7f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16">
            <a:extLst xmlns:a="http://schemas.openxmlformats.org/drawingml/2006/main">
              <a:ext uri="{FF2B5EF4-FFF2-40B4-BE49-F238E27FC236}">
                <a16:creationId xmlns:a16="http://schemas.microsoft.com/office/drawing/2014/main" id="{2C458DAF-C1C6-4963-9AF6-BD139624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15</a:t>
            </a:r>
          </a:p>
        </p:txBody>
      </p:sp>
      <p:sp>
        <p:nvSpPr>
          <p:cNvPr id="2" name="Где работать с агентом">
            <a:extLst xmlns:a="http://schemas.openxmlformats.org/drawingml/2006/main">
              <a:ext uri="{FF2B5EF4-FFF2-40B4-BE49-F238E27FC236}">
                <a16:creationId xmlns:a16="http://schemas.microsoft.com/office/drawing/2014/main" id="{2B1B9268-ABB7-4B97-BE63-994B7612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Где работать с агентом</a:t>
            </a:r>
          </a:p>
        </p:txBody>
      </p:sp>
      <p:sp>
        <p:nvSpPr>
          <p:cNvPr id="3" name="Работа расширилась от терминала до приложений с задачами, review ">
            <a:extLst xmlns:a="http://schemas.openxmlformats.org/drawingml/2006/main">
              <a:ext uri="{FF2B5EF4-FFF2-40B4-BE49-F238E27FC236}">
                <a16:creationId xmlns:a16="http://schemas.microsoft.com/office/drawing/2014/main" id="{ACB89689-86A1-4A5E-9FFE-6EB4698C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Работа расширилась от терминала до приложений с задачами, review и несколькими сессиями. CLI остаётся полезным.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92EEA91C-581C-48C0-ACF6-81862500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9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5" name="CLI">
            <a:extLst xmlns:a="http://schemas.openxmlformats.org/drawingml/2006/main">
              <a:ext uri="{FF2B5EF4-FFF2-40B4-BE49-F238E27FC236}">
                <a16:creationId xmlns:a16="http://schemas.microsoft.com/office/drawing/2014/main" id="{4C6CFEED-4562-4AC4-A793-E311DD9A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85900"/>
            <a:ext cx="3390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CLI</a:t>
            </a:r>
          </a:p>
        </p:txBody>
      </p:sp>
      <p:sp>
        <p:nvSpPr>
          <p:cNvPr id="6" name="Поручения и автоматизация из терминала">
            <a:extLst xmlns:a="http://schemas.openxmlformats.org/drawingml/2006/main">
              <a:ext uri="{FF2B5EF4-FFF2-40B4-BE49-F238E27FC236}">
                <a16:creationId xmlns:a16="http://schemas.microsoft.com/office/drawing/2014/main" id="{A58D50E7-82ED-4870-84F9-35344D49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38325"/>
            <a:ext cx="3390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Поручения и автоматизация из терминала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490F1C25-F4CE-4892-9E2C-9DCC03FB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859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9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8" name="Приложение">
            <a:extLst xmlns:a="http://schemas.openxmlformats.org/drawingml/2006/main">
              <a:ext uri="{FF2B5EF4-FFF2-40B4-BE49-F238E27FC236}">
                <a16:creationId xmlns:a16="http://schemas.microsoft.com/office/drawing/2014/main" id="{6C4FE4C2-450E-4D73-A3AC-B9463C0D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85900"/>
            <a:ext cx="3390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Приложение</a:t>
            </a:r>
          </a:p>
        </p:txBody>
      </p:sp>
      <p:sp>
        <p:nvSpPr>
          <p:cNvPr id="9" name="Задача, уточнения, preview, diff и продолжение в одном окне">
            <a:extLst xmlns:a="http://schemas.openxmlformats.org/drawingml/2006/main">
              <a:ext uri="{FF2B5EF4-FFF2-40B4-BE49-F238E27FC236}">
                <a16:creationId xmlns:a16="http://schemas.microsoft.com/office/drawing/2014/main" id="{B9C9676D-C27A-4B91-B8B4-57EAE5D3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38325"/>
            <a:ext cx="3390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Задача, уточнения, preview, diff и продолжение в одном окне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9053EC4D-A7B5-4C4C-894B-B552BDA2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077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9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1" name="Редактор или плагин">
            <a:extLst xmlns:a="http://schemas.openxmlformats.org/drawingml/2006/main">
              <a:ext uri="{FF2B5EF4-FFF2-40B4-BE49-F238E27FC236}">
                <a16:creationId xmlns:a16="http://schemas.microsoft.com/office/drawing/2014/main" id="{A89BDAC3-968C-4815-8BA6-FE7AA155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90775"/>
            <a:ext cx="3390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Редактор или плагин</a:t>
            </a:r>
          </a:p>
        </p:txBody>
      </p:sp>
      <p:sp>
        <p:nvSpPr>
          <p:cNvPr id="12" name="Работа рядом с кодом, навигацией и отладчиком">
            <a:extLst xmlns:a="http://schemas.openxmlformats.org/drawingml/2006/main">
              <a:ext uri="{FF2B5EF4-FFF2-40B4-BE49-F238E27FC236}">
                <a16:creationId xmlns:a16="http://schemas.microsoft.com/office/drawing/2014/main" id="{44C173D7-CE62-4640-B5CE-77307A43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3390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Работа рядом с кодом, навигацией и отладчиком</a:t>
            </a:r>
          </a:p>
        </p:txBody>
      </p:sp>
      <p:sp>
        <p:nvSpPr>
          <p:cNvPr id="13" name="4">
            <a:extLst xmlns:a="http://schemas.openxmlformats.org/drawingml/2006/main">
              <a:ext uri="{FF2B5EF4-FFF2-40B4-BE49-F238E27FC236}">
                <a16:creationId xmlns:a16="http://schemas.microsoft.com/office/drawing/2014/main" id="{9D9A8454-175E-4321-B91D-89AB32EC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9077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9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14" name="ADE">
            <a:extLst xmlns:a="http://schemas.openxmlformats.org/drawingml/2006/main">
              <a:ext uri="{FF2B5EF4-FFF2-40B4-BE49-F238E27FC236}">
                <a16:creationId xmlns:a16="http://schemas.microsoft.com/office/drawing/2014/main" id="{3E3DE9F9-ED41-4930-A8F7-9738A122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90775"/>
            <a:ext cx="3390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ADE</a:t>
            </a:r>
          </a:p>
        </p:txBody>
      </p:sp>
      <p:sp>
        <p:nvSpPr>
          <p:cNvPr id="15" name="Среда для задач, нескольких агентов и приёмки их работы">
            <a:extLst xmlns:a="http://schemas.openxmlformats.org/drawingml/2006/main">
              <a:ext uri="{FF2B5EF4-FFF2-40B4-BE49-F238E27FC236}">
                <a16:creationId xmlns:a16="http://schemas.microsoft.com/office/drawing/2014/main" id="{E8C0DA2F-FC97-4F73-B0A0-7391D402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3390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Среда для задач, нескольких агентов и приёмки их работы</a:t>
            </a:r>
          </a:p>
        </p:txBody>
      </p:sp>
      <p:sp>
        <p:nvSpPr>
          <p:cNvPr id="16" name="5">
            <a:extLst xmlns:a="http://schemas.openxmlformats.org/drawingml/2006/main">
              <a:ext uri="{FF2B5EF4-FFF2-40B4-BE49-F238E27FC236}">
                <a16:creationId xmlns:a16="http://schemas.microsoft.com/office/drawing/2014/main" id="{AE2EDBB6-940E-4DBF-BA46-F1785E45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9565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9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9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17" name="Сервер или облако">
            <a:extLst xmlns:a="http://schemas.openxmlformats.org/drawingml/2006/main">
              <a:ext uri="{FF2B5EF4-FFF2-40B4-BE49-F238E27FC236}">
                <a16:creationId xmlns:a16="http://schemas.microsoft.com/office/drawing/2014/main" id="{4D054069-8A2C-41B7-8AF0-13C09E43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3390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Сервер или облако</a:t>
            </a:r>
          </a:p>
        </p:txBody>
      </p:sp>
      <p:sp>
        <p:nvSpPr>
          <p:cNvPr id="18" name="Исполнитель продолжает работу там, где запущен процесс">
            <a:extLst xmlns:a="http://schemas.openxmlformats.org/drawingml/2006/main">
              <a:ext uri="{FF2B5EF4-FFF2-40B4-BE49-F238E27FC236}">
                <a16:creationId xmlns:a16="http://schemas.microsoft.com/office/drawing/2014/main" id="{AA8629E4-9650-4E82-824F-06DAA996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8075"/>
            <a:ext cx="3390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Исполнитель продолжает работу там, где запущен процесс</a:t>
            </a:r>
          </a:p>
        </p:txBody>
      </p:sp>
      <p:sp>
        <p:nvSpPr>
          <p:cNvPr id="19" name="Форматы могут сочетаться. ADE — название класса сред, а не единый">
            <a:extLst xmlns:a="http://schemas.openxmlformats.org/drawingml/2006/main">
              <a:ext uri="{FF2B5EF4-FFF2-40B4-BE49-F238E27FC236}">
                <a16:creationId xmlns:a16="http://schemas.microsoft.com/office/drawing/2014/main" id="{1AA603E3-CA2B-43B7-A082-FD93A76C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Форматы могут сочетаться. ADE — название класса сред, а не единый стандарт.</a:t>
            </a:r>
          </a:p>
        </p:txBody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2615B0-BAE7-4366-A239-E24FC50574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827c4a0964d7e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17">
            <a:extLst xmlns:a="http://schemas.openxmlformats.org/drawingml/2006/main">
              <a:ext uri="{FF2B5EF4-FFF2-40B4-BE49-F238E27FC236}">
                <a16:creationId xmlns:a16="http://schemas.microsoft.com/office/drawing/2014/main" id="{1987DCE0-CCDA-495F-B5ED-B52937C8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16</a:t>
            </a:r>
          </a:p>
        </p:txBody>
      </p:sp>
      <p:sp>
        <p:nvSpPr>
          <p:cNvPr id="2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2CEB34F9-A1BF-4B23-A218-B3555075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 w="0">
            <a:noFill/>
          </a:ln>
        </p:spPr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E63D18F1-E18B-475B-A72A-B06602B7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AFC"/>
          </a:solidFill>
          <a:ln xmlns:a="http://schemas.openxmlformats.org/drawingml/2006/main" w="0">
            <a:noFill/>
          </a:ln>
        </p:spPr>
      </p:sp>
      <p:sp>
        <p:nvSpPr>
          <p:cNvPr id="4" name="За что платим: подписка или API">
            <a:extLst xmlns:a="http://schemas.openxmlformats.org/drawingml/2006/main">
              <a:ext uri="{FF2B5EF4-FFF2-40B4-BE49-F238E27FC236}">
                <a16:creationId xmlns:a16="http://schemas.microsoft.com/office/drawing/2014/main" id="{197F5802-E0CF-4615-8DC8-FCC5F6BC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За что платим: подписка или API</a:t>
            </a:r>
          </a:p>
        </p:txBody>
      </p:sp>
      <p:sp>
        <p:nvSpPr>
          <p:cNvPr id="5" name="API оплачивается отдельно от подписки. Пример справа — один вызов">
            <a:extLst xmlns:a="http://schemas.openxmlformats.org/drawingml/2006/main">
              <a:ext uri="{FF2B5EF4-FFF2-40B4-BE49-F238E27FC236}">
                <a16:creationId xmlns:a16="http://schemas.microsoft.com/office/drawing/2014/main" id="{65F584FA-1D52-4A46-8382-358E0E56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API оплачивается отдельно от подписки. Пример справа — один вызов; задача агента обычно включает несколько.</a:t>
            </a:r>
          </a:p>
        </p:txBody>
      </p:sp>
      <p:sp>
        <p:nvSpPr>
          <p:cNvPr id="6" name="Subscription-based">
            <a:extLst xmlns:a="http://schemas.openxmlformats.org/drawingml/2006/main">
              <a:ext uri="{FF2B5EF4-FFF2-40B4-BE49-F238E27FC236}">
                <a16:creationId xmlns:a16="http://schemas.microsoft.com/office/drawing/2014/main" id="{A6688AA0-8558-41C8-B3D4-70DC5521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Subscription-based</a:t>
            </a:r>
          </a:p>
        </p:txBody>
      </p:sp>
      <p:sp>
        <p:nvSpPr>
          <p:cNvPr id="7" name="ChatGPT Plus с Codex: $20/мес.&#10;Claude Pro с Claude Code: $20/мес.">
            <a:extLst xmlns:a="http://schemas.openxmlformats.org/drawingml/2006/main">
              <a:ext uri="{FF2B5EF4-FFF2-40B4-BE49-F238E27FC236}">
                <a16:creationId xmlns:a16="http://schemas.microsoft.com/office/drawing/2014/main" id="{7E46D1D3-A518-4162-8AD2-719648AC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90775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ChatGPT Plus с Codex: $20/мес.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Claude Pro с Claude Code: $20/мес.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Включённое использование с лимитами.</a:t>
            </a:r>
          </a:p>
        </p:txBody>
      </p:sp>
      <p:sp>
        <p:nvSpPr>
          <p:cNvPr id="8" name="API-based">
            <a:extLst xmlns:a="http://schemas.openxmlformats.org/drawingml/2006/main">
              <a:ext uri="{FF2B5EF4-FFF2-40B4-BE49-F238E27FC236}">
                <a16:creationId xmlns:a16="http://schemas.microsoft.com/office/drawing/2014/main" id="{AEA45066-43F8-4EF7-9E25-96E969E4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API-based</a:t>
            </a:r>
          </a:p>
        </p:txBody>
      </p:sp>
      <p:sp>
        <p:nvSpPr>
          <p:cNvPr id="9" name="GPT-6 Sol, за 1 млн токенов:&#10;$2 входных / $10 выходных.&#10;100K вход">
            <a:extLst xmlns:a="http://schemas.openxmlformats.org/drawingml/2006/main">
              <a:ext uri="{FF2B5EF4-FFF2-40B4-BE49-F238E27FC236}">
                <a16:creationId xmlns:a16="http://schemas.microsoft.com/office/drawing/2014/main" id="{5782A772-0D2A-40F6-9D78-685487B2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90775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GPT-6 Sol, за 1 млн токенов: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$2 входных / $10 выходных.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100K входных + 10K выходных = $0.30.</a:t>
            </a:r>
          </a:p>
        </p:txBody>
      </p:sp>
      <p:sp>
        <p:nvSpPr>
          <p:cNvPr id="10" name="Тарифы подписки">
            <a:extLst xmlns:a="http://schemas.openxmlformats.org/drawingml/2006/main">
              <a:ext uri="{FF2B5EF4-FFF2-40B4-BE49-F238E27FC236}">
                <a16:creationId xmlns:a16="http://schemas.microsoft.com/office/drawing/2014/main" id="{5DADDA44-5519-4999-A495-A6115C24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767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53de9d1691914038"/>
              </a:rPr>
              <a:t>Тарифы подписки</a:t>
            </a:r>
          </a:p>
        </p:txBody>
      </p:sp>
      <p:sp>
        <p:nvSpPr>
          <p:cNvPr id="11" name="API: GPT-6 Sol">
            <a:extLst xmlns:a="http://schemas.openxmlformats.org/drawingml/2006/main">
              <a:ext uri="{FF2B5EF4-FFF2-40B4-BE49-F238E27FC236}">
                <a16:creationId xmlns:a16="http://schemas.microsoft.com/office/drawing/2014/main" id="{A36788EB-33BF-499F-9A1B-02681B2B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767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f6f83a5a1f4b4930"/>
              </a:rPr>
              <a:t>API: GPT-6 Sol</a:t>
            </a:r>
          </a:p>
        </p:txBody>
      </p:sp>
      <p:sp>
        <p:nvSpPr>
          <p:cNvPr id="12" name="29.09.2026, USD, месячные планы; API Standard ≤272K input. Пример">
            <a:extLst xmlns:a="http://schemas.openxmlformats.org/drawingml/2006/main">
              <a:ext uri="{FF2B5EF4-FFF2-40B4-BE49-F238E27FC236}">
                <a16:creationId xmlns:a16="http://schemas.microsoft.com/office/drawing/2014/main" id="{0FA15210-5797-4E7A-814B-A5F29AFF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29.09.2026, USD, месячные планы; API Standard ≤272K input. Пример за один вызов, без кэша и tools. Налоги отдельно.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1023E4-51A7-414A-A9F4-7CD98811E1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be903eed04d9f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5337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18">
            <a:extLst xmlns:a="http://schemas.openxmlformats.org/drawingml/2006/main">
              <a:ext uri="{FF2B5EF4-FFF2-40B4-BE49-F238E27FC236}">
                <a16:creationId xmlns:a16="http://schemas.microsoft.com/office/drawing/2014/main" id="{B94A2F8E-70F4-4353-A159-E7E35EF1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17</a:t>
            </a:r>
          </a:p>
        </p:txBody>
      </p:sp>
      <p:sp>
        <p:nvSpPr>
          <p:cNvPr id="2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E4257F58-2D54-46DB-9BFF-432A100F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 w="0">
            <a:noFill/>
          </a:ln>
        </p:spPr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3661492E-A154-4156-8FB7-065DD7CB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AFC"/>
          </a:solidFill>
          <a:ln xmlns:a="http://schemas.openxmlformats.org/drawingml/2006/main" w="0">
            <a:noFill/>
          </a:ln>
        </p:spPr>
      </p:sp>
      <p:sp>
        <p:nvSpPr>
          <p:cNvPr id="4" name="Токены: одинаковый смысл, разная длина">
            <a:extLst xmlns:a="http://schemas.openxmlformats.org/drawingml/2006/main">
              <a:ext uri="{FF2B5EF4-FFF2-40B4-BE49-F238E27FC236}">
                <a16:creationId xmlns:a16="http://schemas.microsoft.com/office/drawing/2014/main" id="{19154023-73D5-4DDB-936F-1F13F1BB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Токены: одинаковый смысл, разная длина</a:t>
            </a:r>
          </a:p>
        </p:txBody>
      </p:sp>
      <p:sp>
        <p:nvSpPr>
          <p:cNvPr id="5" name="Модель разбивает текст на токены. Это могут быть слова, их части,">
            <a:extLst xmlns:a="http://schemas.openxmlformats.org/drawingml/2006/main">
              <a:ext uri="{FF2B5EF4-FFF2-40B4-BE49-F238E27FC236}">
                <a16:creationId xmlns:a16="http://schemas.microsoft.com/office/drawing/2014/main" id="{1AC66D3F-EB19-44DB-A169-53F4055D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Модель разбивает текст на токены. Это могут быть слова, их части, пробелы и знаки.</a:t>
            </a:r>
          </a:p>
        </p:txBody>
      </p:sp>
      <p:sp>
        <p:nvSpPr>
          <p:cNvPr id="6" name="Английский · 10 токенов">
            <a:extLst xmlns:a="http://schemas.openxmlformats.org/drawingml/2006/main">
              <a:ext uri="{FF2B5EF4-FFF2-40B4-BE49-F238E27FC236}">
                <a16:creationId xmlns:a16="http://schemas.microsoft.com/office/drawing/2014/main" id="{6CC081CB-D300-4F09-8E26-B13424C8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Английский · 10 токенов</a:t>
            </a:r>
          </a:p>
        </p:txBody>
      </p:sp>
      <p:sp>
        <p:nvSpPr>
          <p:cNvPr id="7" name="Write tests for the API&#10;and check boundary cases.">
            <a:extLst xmlns:a="http://schemas.openxmlformats.org/drawingml/2006/main">
              <a:ext uri="{FF2B5EF4-FFF2-40B4-BE49-F238E27FC236}">
                <a16:creationId xmlns:a16="http://schemas.microsoft.com/office/drawing/2014/main" id="{A4F7B4EF-BD5B-43BA-B16F-4C2ABFE4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52725"/>
            <a:ext cx="3476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Write tests for the API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and check boundary cases.</a:t>
            </a:r>
          </a:p>
        </p:txBody>
      </p:sp>
      <p:sp>
        <p:nvSpPr>
          <p:cNvPr id="8" name="Русский · 14 токенов">
            <a:extLst xmlns:a="http://schemas.openxmlformats.org/drawingml/2006/main">
              <a:ext uri="{FF2B5EF4-FFF2-40B4-BE49-F238E27FC236}">
                <a16:creationId xmlns:a16="http://schemas.microsoft.com/office/drawing/2014/main" id="{3011260D-1D0C-40D2-AA46-67D29425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Русский · 14 токенов</a:t>
            </a:r>
          </a:p>
        </p:txBody>
      </p:sp>
      <p:sp>
        <p:nvSpPr>
          <p:cNvPr id="9" name="Напиши тесты для API&#10;и проверь граничные случаи.">
            <a:extLst xmlns:a="http://schemas.openxmlformats.org/drawingml/2006/main">
              <a:ext uri="{FF2B5EF4-FFF2-40B4-BE49-F238E27FC236}">
                <a16:creationId xmlns:a16="http://schemas.microsoft.com/office/drawing/2014/main" id="{49A9BB23-EF28-4313-B390-8446DCD7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52725"/>
            <a:ext cx="3476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Напиши тесты для API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и проверь граничные случаи.</a:t>
            </a:r>
          </a:p>
        </p:txBody>
      </p:sp>
      <p:sp>
        <p:nvSpPr>
          <p:cNvPr id="10" name="Попробовать свой текст в tokenizer">
            <a:extLst xmlns:a="http://schemas.openxmlformats.org/drawingml/2006/main">
              <a:ext uri="{FF2B5EF4-FFF2-40B4-BE49-F238E27FC236}">
                <a16:creationId xmlns:a16="http://schemas.microsoft.com/office/drawing/2014/main" id="{4CBB5FD0-7A53-443A-A8BE-36E73AF2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711c0bf83d6f45f3"/>
              </a:rPr>
              <a:t>Попробовать свой текст в tokenizer</a:t>
            </a:r>
          </a:p>
        </p:txBody>
      </p:sp>
      <p:sp>
        <p:nvSpPr>
          <p:cNvPr id="11" name="Один пример в OpenAI Tokenizer, GPT-5.x &amp; O1/3. Соотношение завис">
            <a:extLst xmlns:a="http://schemas.openxmlformats.org/drawingml/2006/main">
              <a:ext uri="{FF2B5EF4-FFF2-40B4-BE49-F238E27FC236}">
                <a16:creationId xmlns:a16="http://schemas.microsoft.com/office/drawing/2014/main" id="{B31A49F8-785C-451E-829D-DECFCBFE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Один пример в OpenAI Tokenizer, GPT-5.x &amp; O1/3. Соотношение зависит от текста и tokenizer, перевод не всегда выгоднее.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2F9C57-46A6-4DF1-972F-545EB1ACB8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0a728636a49a2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5337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19">
            <a:extLst xmlns:a="http://schemas.openxmlformats.org/drawingml/2006/main">
              <a:ext uri="{FF2B5EF4-FFF2-40B4-BE49-F238E27FC236}">
                <a16:creationId xmlns:a16="http://schemas.microsoft.com/office/drawing/2014/main" id="{59DC6533-4F97-4DD1-BE9A-DA01204A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18</a:t>
            </a:r>
          </a:p>
        </p:txBody>
      </p:sp>
      <p:sp>
        <p:nvSpPr>
          <p:cNvPr id="2" name="Spotify: среда для инженеров и агентов">
            <a:extLst xmlns:a="http://schemas.openxmlformats.org/drawingml/2006/main">
              <a:ext uri="{FF2B5EF4-FFF2-40B4-BE49-F238E27FC236}">
                <a16:creationId xmlns:a16="http://schemas.microsoft.com/office/drawing/2014/main" id="{504F0478-79B7-4498-B5C3-BB7E8522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Spotify: среда для инженеров и агентов</a:t>
            </a:r>
          </a:p>
        </p:txBody>
      </p:sp>
      <p:sp>
        <p:nvSpPr>
          <p:cNvPr id="3" name="По данным Spotify, больше 99% инженеров используют AI для кода ка">
            <a:extLst xmlns:a="http://schemas.openxmlformats.org/drawingml/2006/main">
              <a:ext uri="{FF2B5EF4-FFF2-40B4-BE49-F238E27FC236}">
                <a16:creationId xmlns:a16="http://schemas.microsoft.com/office/drawing/2014/main" id="{01D5A115-2A34-4C53-8D7B-A5D56A26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5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По данным Spotify, больше 99% инженеров используют AI для кода каждую неделю. Общая среда помогает людям и агентам.</a:t>
            </a:r>
          </a:p>
        </p:txBody>
      </p:sp>
      <p:sp>
        <p:nvSpPr>
          <p:cNvPr id="4" name="СРЕДА">
            <a:extLst xmlns:a="http://schemas.openxmlformats.org/drawingml/2006/main">
              <a:ext uri="{FF2B5EF4-FFF2-40B4-BE49-F238E27FC236}">
                <a16:creationId xmlns:a16="http://schemas.microsoft.com/office/drawing/2014/main" id="{A8C50EDB-880A-4E64-88A9-D551381D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СРЕДА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3562D83D-A883-49FC-90C2-B7E225E2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6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6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6" name="Backstage">
            <a:extLst xmlns:a="http://schemas.openxmlformats.org/drawingml/2006/main">
              <a:ext uri="{FF2B5EF4-FFF2-40B4-BE49-F238E27FC236}">
                <a16:creationId xmlns:a16="http://schemas.microsoft.com/office/drawing/2014/main" id="{0F129A9B-445B-467D-A9A7-A1997311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526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Backstage</a:t>
            </a:r>
          </a:p>
        </p:txBody>
      </p:sp>
      <p:sp>
        <p:nvSpPr>
          <p:cNvPr id="7" name="Контекст о сервисах">
            <a:extLst xmlns:a="http://schemas.openxmlformats.org/drawingml/2006/main">
              <a:ext uri="{FF2B5EF4-FFF2-40B4-BE49-F238E27FC236}">
                <a16:creationId xmlns:a16="http://schemas.microsoft.com/office/drawing/2014/main" id="{9F9ED2FE-33FA-4EF8-B99C-AC7E0E8D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28825"/>
            <a:ext cx="3286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Контекст о сервисах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E5F2B-1DBE-4FD4-B2B0-BD26FF1F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9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F3"/>
          </a:solidFill>
          <a:ln xmlns:a="http://schemas.openxmlformats.org/drawingml/2006/main" w="0">
            <a:solidFill>
              <a:srgbClr val="DFCEF3"/>
            </a:solidFill>
            <a:prstDash val="solid"/>
          </a:ln>
        </p:spPr>
      </p:sp>
      <p:sp>
        <p:nvSpPr>
          <p:cNvPr id="9" name="2">
            <a:extLst xmlns:a="http://schemas.openxmlformats.org/drawingml/2006/main">
              <a:ext uri="{FF2B5EF4-FFF2-40B4-BE49-F238E27FC236}">
                <a16:creationId xmlns:a16="http://schemas.microsoft.com/office/drawing/2014/main" id="{578468D4-B741-44F4-A5DB-5DB8A2AF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6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6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10" name="Fleetshift">
            <a:extLst xmlns:a="http://schemas.openxmlformats.org/drawingml/2006/main">
              <a:ext uri="{FF2B5EF4-FFF2-40B4-BE49-F238E27FC236}">
                <a16:creationId xmlns:a16="http://schemas.microsoft.com/office/drawing/2014/main" id="{78B26586-B802-49AE-8481-337CB493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431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Fleetshift</a:t>
            </a:r>
          </a:p>
        </p:txBody>
      </p:sp>
      <p:sp>
        <p:nvSpPr>
          <p:cNvPr id="11" name="Массовое поручение">
            <a:extLst xmlns:a="http://schemas.openxmlformats.org/drawingml/2006/main">
              <a:ext uri="{FF2B5EF4-FFF2-40B4-BE49-F238E27FC236}">
                <a16:creationId xmlns:a16="http://schemas.microsoft.com/office/drawing/2014/main" id="{A8E58DB5-CC2A-4EEC-BDEB-DC15A615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3286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Массовое поручение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B2824-DF47-4BA0-AF37-4E752E00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9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F3"/>
          </a:solidFill>
          <a:ln xmlns:a="http://schemas.openxmlformats.org/drawingml/2006/main" w="0">
            <a:solidFill>
              <a:srgbClr val="DFCEF3"/>
            </a:solidFill>
            <a:prstDash val="solid"/>
          </a:ln>
        </p:spPr>
      </p:sp>
      <p:sp>
        <p:nvSpPr>
          <p:cNvPr id="13" name="3">
            <a:extLst xmlns:a="http://schemas.openxmlformats.org/drawingml/2006/main">
              <a:ext uri="{FF2B5EF4-FFF2-40B4-BE49-F238E27FC236}">
                <a16:creationId xmlns:a16="http://schemas.microsoft.com/office/drawing/2014/main" id="{B8A1C52F-A647-46E6-B4CD-3072F264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6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6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4" name="Honk">
            <a:extLst xmlns:a="http://schemas.openxmlformats.org/drawingml/2006/main">
              <a:ext uri="{FF2B5EF4-FFF2-40B4-BE49-F238E27FC236}">
                <a16:creationId xmlns:a16="http://schemas.microsoft.com/office/drawing/2014/main" id="{9EE11997-91E9-4056-A78A-7A261522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337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Honk</a:t>
            </a:r>
          </a:p>
        </p:txBody>
      </p:sp>
      <p:sp>
        <p:nvSpPr>
          <p:cNvPr id="15" name="Исполнение в репозитории">
            <a:extLst xmlns:a="http://schemas.openxmlformats.org/drawingml/2006/main">
              <a:ext uri="{FF2B5EF4-FFF2-40B4-BE49-F238E27FC236}">
                <a16:creationId xmlns:a16="http://schemas.microsoft.com/office/drawing/2014/main" id="{73DC61F6-92CA-4E4D-81CA-7BE70FA1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09925"/>
            <a:ext cx="3286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Исполнение в репозитории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F8DBE-F3F4-432B-969A-3C1EBFC7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19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F3"/>
          </a:solidFill>
          <a:ln xmlns:a="http://schemas.openxmlformats.org/drawingml/2006/main" w="0">
            <a:solidFill>
              <a:srgbClr val="DFCEF3"/>
            </a:solidFill>
            <a:prstDash val="solid"/>
          </a:ln>
        </p:spPr>
      </p:sp>
      <p:sp>
        <p:nvSpPr>
          <p:cNvPr id="17" name="4">
            <a:extLst xmlns:a="http://schemas.openxmlformats.org/drawingml/2006/main">
              <a:ext uri="{FF2B5EF4-FFF2-40B4-BE49-F238E27FC236}">
                <a16:creationId xmlns:a16="http://schemas.microsoft.com/office/drawing/2014/main" id="{6D38CCE5-0A6A-4704-A2C9-D9E42CC7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6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6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18" name="PR и проверки">
            <a:extLst xmlns:a="http://schemas.openxmlformats.org/drawingml/2006/main">
              <a:ext uri="{FF2B5EF4-FFF2-40B4-BE49-F238E27FC236}">
                <a16:creationId xmlns:a16="http://schemas.microsoft.com/office/drawing/2014/main" id="{0F4266A4-9095-46DE-9ADD-016D4A6C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PR и проверки</a:t>
            </a:r>
          </a:p>
        </p:txBody>
      </p:sp>
      <p:sp>
        <p:nvSpPr>
          <p:cNvPr id="19" name="Приёмка команды">
            <a:extLst xmlns:a="http://schemas.openxmlformats.org/drawingml/2006/main">
              <a:ext uri="{FF2B5EF4-FFF2-40B4-BE49-F238E27FC236}">
                <a16:creationId xmlns:a16="http://schemas.microsoft.com/office/drawing/2014/main" id="{CE937270-169E-488C-BBCD-4C307283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00475"/>
            <a:ext cx="3286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Приёмка команды</a:t>
            </a:r>
          </a:p>
        </p:txBody>
      </p:sp>
      <p:sp>
        <p:nvSpPr>
          <p:cNvPr id="20" name="КАК УСТРОЕНА РАБОТА">
            <a:extLst xmlns:a="http://schemas.openxmlformats.org/drawingml/2006/main">
              <a:ext uri="{FF2B5EF4-FFF2-40B4-BE49-F238E27FC236}">
                <a16:creationId xmlns:a16="http://schemas.microsoft.com/office/drawing/2014/main" id="{7A0EB09A-32AB-4B66-9102-31469CFD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38275"/>
            <a:ext cx="3590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КАК УСТРОЕНА РАБОТА</a:t>
            </a:r>
          </a:p>
        </p:txBody>
      </p:sp>
      <p:sp>
        <p:nvSpPr>
          <p:cNvPr id="21" name="1">
            <a:extLst xmlns:a="http://schemas.openxmlformats.org/drawingml/2006/main">
              <a:ext uri="{FF2B5EF4-FFF2-40B4-BE49-F238E27FC236}">
                <a16:creationId xmlns:a16="http://schemas.microsoft.com/office/drawing/2014/main" id="{6931FD69-6094-4E8A-A5B0-83D53117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75260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2" name="Backstage">
            <a:extLst xmlns:a="http://schemas.openxmlformats.org/drawingml/2006/main">
              <a:ext uri="{FF2B5EF4-FFF2-40B4-BE49-F238E27FC236}">
                <a16:creationId xmlns:a16="http://schemas.microsoft.com/office/drawing/2014/main" id="{CA03422D-027D-495A-BAA4-261E4F01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75260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Backstage</a:t>
            </a:r>
          </a:p>
        </p:txBody>
      </p:sp>
      <p:sp>
        <p:nvSpPr>
          <p:cNvPr id="23" name="Каталог сервисов, владельцы и документация. Возможности доступны ">
            <a:extLst xmlns:a="http://schemas.openxmlformats.org/drawingml/2006/main">
              <a:ext uri="{FF2B5EF4-FFF2-40B4-BE49-F238E27FC236}">
                <a16:creationId xmlns:a16="http://schemas.microsoft.com/office/drawing/2014/main" id="{73C9DC53-054E-4375-9B89-EAE3843B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04787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88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Каталог сервисов, владельцы и документация. Возможности доступны агентам через MCP и CLI.</a:t>
            </a:r>
          </a:p>
        </p:txBody>
      </p:sp>
      <p:sp>
        <p:nvSpPr>
          <p:cNvPr id="24" name="2">
            <a:extLst xmlns:a="http://schemas.openxmlformats.org/drawingml/2006/main">
              <a:ext uri="{FF2B5EF4-FFF2-40B4-BE49-F238E27FC236}">
                <a16:creationId xmlns:a16="http://schemas.microsoft.com/office/drawing/2014/main" id="{982C938E-A765-412B-AFC8-9AEE61B5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9080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25" name="Fleetshift + Honk">
            <a:extLst xmlns:a="http://schemas.openxmlformats.org/drawingml/2006/main">
              <a:ext uri="{FF2B5EF4-FFF2-40B4-BE49-F238E27FC236}">
                <a16:creationId xmlns:a16="http://schemas.microsoft.com/office/drawing/2014/main" id="{1736B02F-E423-48CF-9E04-8AF37B41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59080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Fleetshift + Honk</a:t>
            </a:r>
          </a:p>
        </p:txBody>
      </p:sp>
      <p:sp>
        <p:nvSpPr>
          <p:cNvPr id="26" name="Выбор репозиториев, постановка миграции, исполнение и наблюдение ">
            <a:extLst xmlns:a="http://schemas.openxmlformats.org/drawingml/2006/main">
              <a:ext uri="{FF2B5EF4-FFF2-40B4-BE49-F238E27FC236}">
                <a16:creationId xmlns:a16="http://schemas.microsoft.com/office/drawing/2014/main" id="{DDEEDAEB-8E4F-4835-B804-EC2B705B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88607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88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Выбор репозиториев, постановка миграции, исполнение и наблюдение за прогрессом PR.</a:t>
            </a:r>
          </a:p>
        </p:txBody>
      </p:sp>
      <p:sp>
        <p:nvSpPr>
          <p:cNvPr id="27" name="3">
            <a:extLst xmlns:a="http://schemas.openxmlformats.org/drawingml/2006/main">
              <a:ext uri="{FF2B5EF4-FFF2-40B4-BE49-F238E27FC236}">
                <a16:creationId xmlns:a16="http://schemas.microsoft.com/office/drawing/2014/main" id="{E4680349-BED1-42DB-946E-6AA6B4AB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2900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8" name="Команды-владельцы">
            <a:extLst xmlns:a="http://schemas.openxmlformats.org/drawingml/2006/main">
              <a:ext uri="{FF2B5EF4-FFF2-40B4-BE49-F238E27FC236}">
                <a16:creationId xmlns:a16="http://schemas.microsoft.com/office/drawing/2014/main" id="{2EE7B52C-7C81-456B-9188-974AF8B3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42900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Команды-владельцы</a:t>
            </a:r>
          </a:p>
        </p:txBody>
      </p:sp>
      <p:sp>
        <p:nvSpPr>
          <p:cNvPr id="29" name="Тесты, review и приёмка. При отсутствии автоматических проверок н">
            <a:extLst xmlns:a="http://schemas.openxmlformats.org/drawingml/2006/main">
              <a:ext uri="{FF2B5EF4-FFF2-40B4-BE49-F238E27FC236}">
                <a16:creationId xmlns:a16="http://schemas.microsoft.com/office/drawing/2014/main" id="{4CF73F73-CD20-407D-9809-96EAFB54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72427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88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Тесты, review и приёмка. При отсутствии автоматических проверок нужна ручная валидация.</a:t>
            </a:r>
          </a:p>
        </p:txBody>
      </p:sp>
      <p:sp>
        <p:nvSpPr>
          <p:cNvPr id="30" name="240 PR. ≈10 инженерных недель вручную — оценка Spotify.">
            <a:extLst xmlns:a="http://schemas.openxmlformats.org/drawingml/2006/main">
              <a:ext uri="{FF2B5EF4-FFF2-40B4-BE49-F238E27FC236}">
                <a16:creationId xmlns:a16="http://schemas.microsoft.com/office/drawing/2014/main" id="{A22D307A-E9E3-4B9F-B3FA-2505A4F0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240 PR. ≈10 инженерных недель вручную — оценка Spotify.</a:t>
            </a:r>
          </a:p>
        </p:txBody>
      </p:sp>
      <p:sp>
        <p:nvSpPr>
          <p:cNvPr id="31" name="Spotify: контекст через MCP и CLI">
            <a:extLst xmlns:a="http://schemas.openxmlformats.org/drawingml/2006/main">
              <a:ext uri="{FF2B5EF4-FFF2-40B4-BE49-F238E27FC236}">
                <a16:creationId xmlns:a16="http://schemas.microsoft.com/office/drawing/2014/main" id="{F92D18FF-EDDE-4BC9-BCC8-DABFC3ED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e7928b8d3710417d"/>
              </a:rPr>
              <a:t>Spotify: контекст через MCP и CLI</a:t>
            </a:r>
          </a:p>
        </p:txBody>
      </p:sp>
      <p:sp>
        <p:nvSpPr>
          <p:cNvPr id="32" name="Кейс миграции: Honk part 4">
            <a:extLst xmlns:a="http://schemas.openxmlformats.org/drawingml/2006/main">
              <a:ext uri="{FF2B5EF4-FFF2-40B4-BE49-F238E27FC236}">
                <a16:creationId xmlns:a16="http://schemas.microsoft.com/office/drawing/2014/main" id="{4D913E3B-F102-4FB7-A876-AE98307B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71975"/>
            <a:ext cx="3571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83d7afaa7ff448cb"/>
              </a:rPr>
              <a:t>Кейс миграции: Honk part 4</a:t>
            </a:r>
          </a:p>
        </p:txBody>
      </p:sp>
      <p:sp>
        <p:nvSpPr>
          <p:cNvPr id="33" name="Самоотчёт Spotify. Отдельные Agent SkillStore и MCPStore публичны">
            <a:extLst xmlns:a="http://schemas.openxmlformats.org/drawingml/2006/main">
              <a:ext uri="{FF2B5EF4-FFF2-40B4-BE49-F238E27FC236}">
                <a16:creationId xmlns:a16="http://schemas.microsoft.com/office/drawing/2014/main" id="{064CA75A-D9FA-4145-A0E8-F15E66AF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Самоотчёт Spotify. Отдельные Agent SkillStore и MCPStore публичными источниками не подтверждены.</a:t>
            </a:r>
          </a:p>
        </p:txBody>
      </p:sp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20">
            <a:extLst xmlns:a="http://schemas.openxmlformats.org/drawingml/2006/main">
              <a:ext uri="{FF2B5EF4-FFF2-40B4-BE49-F238E27FC236}">
                <a16:creationId xmlns:a16="http://schemas.microsoft.com/office/drawing/2014/main" id="{7918B18E-C598-4A18-9322-CA24B9FB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19</a:t>
            </a:r>
          </a:p>
        </p:txBody>
      </p:sp>
      <p:sp>
        <p:nvSpPr>
          <p:cNvPr id="2" name="Bitrise: агент ведёт изменение несколько дней">
            <a:extLst xmlns:a="http://schemas.openxmlformats.org/drawingml/2006/main">
              <a:ext uri="{FF2B5EF4-FFF2-40B4-BE49-F238E27FC236}">
                <a16:creationId xmlns:a16="http://schemas.microsoft.com/office/drawing/2014/main" id="{28DDE277-9329-43DE-AAFF-B4E1877F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Bitrise: агент ведёт изменение несколько дней</a:t>
            </a:r>
          </a:p>
        </p:txBody>
      </p:sp>
      <p:sp>
        <p:nvSpPr>
          <p:cNvPr id="3" name="Кейс Bitrise: около 200 использований компонента в 167 файлах; PR">
            <a:extLst xmlns:a="http://schemas.openxmlformats.org/drawingml/2006/main">
              <a:ext uri="{FF2B5EF4-FFF2-40B4-BE49-F238E27FC236}">
                <a16:creationId xmlns:a16="http://schemas.microsoft.com/office/drawing/2014/main" id="{21476D96-22A6-4878-AF7C-09E29093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Кейс Bitrise: около 200 использований компонента в 167 файлах; PR сопровождался четыре дня.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112A566D-CE04-439E-9FC0-F358E9F2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5" name="Задача в Slack или Jira">
            <a:extLst xmlns:a="http://schemas.openxmlformats.org/drawingml/2006/main">
              <a:ext uri="{FF2B5EF4-FFF2-40B4-BE49-F238E27FC236}">
                <a16:creationId xmlns:a16="http://schemas.microsoft.com/office/drawing/2014/main" id="{771266BC-0180-4F93-A961-A8A91528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Задача в Slack или Jira</a:t>
            </a:r>
          </a:p>
        </p:txBody>
      </p:sp>
      <p:sp>
        <p:nvSpPr>
          <p:cNvPr id="6" name="Kolega ведёт поручение и передаёт кодинг исполнителю в изолирован">
            <a:extLst xmlns:a="http://schemas.openxmlformats.org/drawingml/2006/main">
              <a:ext uri="{FF2B5EF4-FFF2-40B4-BE49-F238E27FC236}">
                <a16:creationId xmlns:a16="http://schemas.microsoft.com/office/drawing/2014/main" id="{98079AD9-0169-4637-8426-18722BD7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2514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Колега ведёт поручение и передаёт кодинг исполнителю в изолированном окружении.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27CB59C8-157F-49B5-AC94-8B9A4811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8" name="Продолжение по событиям">
            <a:extLst xmlns:a="http://schemas.openxmlformats.org/drawingml/2006/main">
              <a:ext uri="{FF2B5EF4-FFF2-40B4-BE49-F238E27FC236}">
                <a16:creationId xmlns:a16="http://schemas.microsoft.com/office/drawing/2014/main" id="{8CA93CAB-C705-4533-B9CB-E9E09443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669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Продолжение по событиям</a:t>
            </a:r>
          </a:p>
        </p:txBody>
      </p:sp>
      <p:sp>
        <p:nvSpPr>
          <p:cNvPr id="9" name="CI и комментарии review возвращают агента к работе. Состояние жив">
            <a:extLst xmlns:a="http://schemas.openxmlformats.org/drawingml/2006/main">
              <a:ext uri="{FF2B5EF4-FFF2-40B4-BE49-F238E27FC236}">
                <a16:creationId xmlns:a16="http://schemas.microsoft.com/office/drawing/2014/main" id="{69159DC5-B2E8-49F0-A641-99743937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67050"/>
            <a:ext cx="2514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CI и комментарии review возвращают агента к работе. Состояние живёт дольше одного ответа.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F5C6706A-71AE-482D-ABC0-620E7D90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1" name="Решение человека">
            <a:extLst xmlns:a="http://schemas.openxmlformats.org/drawingml/2006/main">
              <a:ext uri="{FF2B5EF4-FFF2-40B4-BE49-F238E27FC236}">
                <a16:creationId xmlns:a16="http://schemas.microsoft.com/office/drawing/2014/main" id="{F934576C-EF2C-4366-8F5B-90A18351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669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Решение человека</a:t>
            </a:r>
          </a:p>
        </p:txBody>
      </p:sp>
      <p:sp>
        <p:nvSpPr>
          <p:cNvPr id="12" name="Человек проверяет результат и разрешает merge. Агент сам это разр">
            <a:extLst xmlns:a="http://schemas.openxmlformats.org/drawingml/2006/main">
              <a:ext uri="{FF2B5EF4-FFF2-40B4-BE49-F238E27FC236}">
                <a16:creationId xmlns:a16="http://schemas.microsoft.com/office/drawing/2014/main" id="{97E40A1F-71D5-4C48-96A3-A94608E5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67050"/>
            <a:ext cx="2514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Человек проверяет результат и разрешает merge. Агент сам это разрешение не выдаёт.</a:t>
            </a:r>
          </a:p>
        </p:txBody>
      </p:sp>
      <p:sp>
        <p:nvSpPr>
          <p:cNvPr id="13" name="Bitrise: устройство Kolega и кейсы">
            <a:extLst xmlns:a="http://schemas.openxmlformats.org/drawingml/2006/main">
              <a:ext uri="{FF2B5EF4-FFF2-40B4-BE49-F238E27FC236}">
                <a16:creationId xmlns:a16="http://schemas.microsoft.com/office/drawing/2014/main" id="{43F3859B-1C1E-4D1A-8C20-9F7B31AD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0c438b41b3314b08"/>
              </a:rPr>
              <a:t>Bitrise: устройство Колега и кейсы</a:t>
            </a:r>
          </a:p>
        </p:txBody>
      </p:sp>
      <p:sp>
        <p:nvSpPr>
          <p:cNvPr id="14" name="Июль 2026. Кейс и цифры опубликованы Bitrise, независимого сравне">
            <a:extLst xmlns:a="http://schemas.openxmlformats.org/drawingml/2006/main">
              <a:ext uri="{FF2B5EF4-FFF2-40B4-BE49-F238E27FC236}">
                <a16:creationId xmlns:a16="http://schemas.microsoft.com/office/drawing/2014/main" id="{24284BF3-6B49-4282-AA1E-6498ECEA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Июль 2026. Кейс и цифры опубликованы Bitrise, независимого сравнения здесь нет.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426362-7EE9-4F1E-B9BA-2706AE2904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c39e68a9143b3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21">
            <a:extLst xmlns:a="http://schemas.openxmlformats.org/drawingml/2006/main">
              <a:ext uri="{FF2B5EF4-FFF2-40B4-BE49-F238E27FC236}">
                <a16:creationId xmlns:a16="http://schemas.microsoft.com/office/drawing/2014/main" id="{C631DAC7-5FCC-475D-A110-EAF122EE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20</a:t>
            </a:r>
          </a:p>
        </p:txBody>
      </p:sp>
      <p:sp>
        <p:nvSpPr>
          <p:cNvPr id="2" name="Как изменилась моя работа">
            <a:extLst xmlns:a="http://schemas.openxmlformats.org/drawingml/2006/main">
              <a:ext uri="{FF2B5EF4-FFF2-40B4-BE49-F238E27FC236}">
                <a16:creationId xmlns:a16="http://schemas.microsoft.com/office/drawing/2014/main" id="{2D9397BE-5233-4FAF-B08E-290E160C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Как изменилась моя работа</a:t>
            </a:r>
          </a:p>
        </p:txBody>
      </p:sp>
      <p:sp>
        <p:nvSpPr>
          <p:cNvPr id="3" name="Могу самостоятельно зайти дальше в незнакомую область. Важные выв">
            <a:extLst xmlns:a="http://schemas.openxmlformats.org/drawingml/2006/main">
              <a:ext uri="{FF2B5EF4-FFF2-40B4-BE49-F238E27FC236}">
                <a16:creationId xmlns:a16="http://schemas.microsoft.com/office/drawing/2014/main" id="{18E214BA-5E64-4EE2-B95D-080E3C35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810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Моя оценка: команда проводит не больше 1% рабочего времени в редакторе. Основная работа идёт через агентские приложения.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4F34D-56C9-43D0-9F29-60ED8F3BEDC9}"/>
              </a:ext>
            </a:extLst>
          </p:cNvPr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78105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905125"/>
                <a:gridCol w="2905125"/>
              </a:tblGrid>
              <a:tr h="361950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Задача</a:t>
                      </a:r>
                    </a:p>
                  </a:txBody>
                  <a:tcPr marL="91440" marR="91440" marT="45720" marB="45720">
                    <a:solidFill>
                      <a:srgbClr val="DFCEF3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Раньше</a:t>
                      </a:r>
                    </a:p>
                  </a:txBody>
                  <a:tcPr marL="91440" marR="91440" marT="45720" marB="45720">
                    <a:solidFill>
                      <a:srgbClr val="DFCEF3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Сейчас</a:t>
                      </a:r>
                    </a:p>
                  </a:txBody>
                  <a:tcPr marL="91440" marR="91440" marT="45720" marB="45720">
                    <a:solidFill>
                      <a:srgbClr val="DFCEF3"/>
                    </a:solidFill>
                  </a:tcPr>
                </a:tc>
              </a:tr>
              <a:tr h="600075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Обсудить интерфейс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Ждал макет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Собираю интерактивный прототип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Изменить соседний сервис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Ждал оценки команды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Исследую код и предлагаю PR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600075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Разобрать метрики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Вручную изучал панели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Поручаю поиск связей и проверяю данные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Собрать картину задачи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Переключался между системами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Соединяю wiki, тикеты, код и метрики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Личный рабочий опыт Влада.">
            <a:extLst xmlns:a="http://schemas.openxmlformats.org/drawingml/2006/main">
              <a:ext uri="{FF2B5EF4-FFF2-40B4-BE49-F238E27FC236}">
                <a16:creationId xmlns:a16="http://schemas.microsoft.com/office/drawing/2014/main" id="{D2E3F42B-BB7D-4AF4-8638-7DCA4500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Личный опыт Влада, не статистика отрасли. Код и последствия изменений всё равно проверяем.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0A784-0B3F-407B-9E5D-970CAD4F6E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41de4cd14427f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22">
            <a:extLst xmlns:a="http://schemas.openxmlformats.org/drawingml/2006/main">
              <a:ext uri="{FF2B5EF4-FFF2-40B4-BE49-F238E27FC236}">
                <a16:creationId xmlns:a16="http://schemas.microsoft.com/office/drawing/2014/main" id="{9BC46DBE-ADA6-4FAC-8150-52C052C5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21</a:t>
            </a:r>
          </a:p>
        </p:txBody>
      </p:sp>
      <p:sp>
        <p:nvSpPr>
          <p:cNvPr id="2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BF08716E-A2AE-47D5-8C1C-BB5D9532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 w="0">
            <a:noFill/>
          </a:ln>
        </p:spPr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383CB064-C850-4A37-BD22-43E3A552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AFC"/>
          </a:solidFill>
          <a:ln xmlns:a="http://schemas.openxmlformats.org/drawingml/2006/main" w="0">
            <a:noFill/>
          </a:ln>
        </p:spPr>
      </p:sp>
      <p:sp>
        <p:nvSpPr>
          <p:cNvPr id="4" name="Растут и модели, и среда вокруг них">
            <a:extLst xmlns:a="http://schemas.openxmlformats.org/drawingml/2006/main">
              <a:ext uri="{FF2B5EF4-FFF2-40B4-BE49-F238E27FC236}">
                <a16:creationId xmlns:a16="http://schemas.microsoft.com/office/drawing/2014/main" id="{50B9A168-2657-455E-9151-3853FBDA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Растут и модели, и среда вокруг них</a:t>
            </a:r>
          </a:p>
        </p:txBody>
      </p:sp>
      <p:sp>
        <p:nvSpPr>
          <p:cNvPr id="5" name="Выбор модели меняет опыт работы с тем же агентом: от локальной пр">
            <a:extLst xmlns:a="http://schemas.openxmlformats.org/drawingml/2006/main">
              <a:ext uri="{FF2B5EF4-FFF2-40B4-BE49-F238E27FC236}">
                <a16:creationId xmlns:a16="http://schemas.microsoft.com/office/drawing/2014/main" id="{3CA3B2B9-1851-4984-BAD7-40807C54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Выбор модели меняет опыт работы с тем же агентом: от локальной правки до исследования и сложного изменения.</a:t>
            </a:r>
          </a:p>
        </p:txBody>
      </p:sp>
      <p:sp>
        <p:nvSpPr>
          <p:cNvPr id="6" name="Модель">
            <a:extLst xmlns:a="http://schemas.openxmlformats.org/drawingml/2006/main">
              <a:ext uri="{FF2B5EF4-FFF2-40B4-BE49-F238E27FC236}">
                <a16:creationId xmlns:a16="http://schemas.microsoft.com/office/drawing/2014/main" id="{F1ED374B-E9EE-4067-9CBE-18C87981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Модель</a:t>
            </a:r>
          </a:p>
        </p:txBody>
      </p:sp>
      <p:sp>
        <p:nvSpPr>
          <p:cNvPr id="7" name="Понимает более сложную задачу.&#10;Связывает найденные факты.&#10;Предлаг">
            <a:extLst xmlns:a="http://schemas.openxmlformats.org/drawingml/2006/main">
              <a:ext uri="{FF2B5EF4-FFF2-40B4-BE49-F238E27FC236}">
                <a16:creationId xmlns:a16="http://schemas.microsoft.com/office/drawing/2014/main" id="{F3228F96-4672-40E4-B557-FB26D615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52725"/>
            <a:ext cx="3476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Понимает более сложную задачу.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Связывает найденные факты.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Предлагает следующий шаг.</a:t>
            </a:r>
          </a:p>
        </p:txBody>
      </p:sp>
      <p:sp>
        <p:nvSpPr>
          <p:cNvPr id="8" name="Harness">
            <a:extLst xmlns:a="http://schemas.openxmlformats.org/drawingml/2006/main">
              <a:ext uri="{FF2B5EF4-FFF2-40B4-BE49-F238E27FC236}">
                <a16:creationId xmlns:a16="http://schemas.microsoft.com/office/drawing/2014/main" id="{E456DEBC-5A37-443E-B2CB-D86895D4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Harness</a:t>
            </a:r>
          </a:p>
        </p:txBody>
      </p:sp>
      <p:sp>
        <p:nvSpPr>
          <p:cNvPr id="9" name="Даёт инструменты и контекст.&#10;Сохраняет состояние работы.&#10;Возвраща">
            <a:extLst xmlns:a="http://schemas.openxmlformats.org/drawingml/2006/main">
              <a:ext uri="{FF2B5EF4-FFF2-40B4-BE49-F238E27FC236}">
                <a16:creationId xmlns:a16="http://schemas.microsoft.com/office/drawing/2014/main" id="{0CF01627-DE9A-422B-B739-DD8048A8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90775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Даёт инструменты и контекст.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Сохраняет состояние работы.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Возвращает ошибки и проверки.</a:t>
            </a:r>
          </a:p>
        </p:txBody>
      </p:sp>
      <p:sp>
        <p:nvSpPr>
          <p:cNvPr id="10" name="Сильная модель и хорошая среда дополняют друг друга. Возможности ">
            <a:extLst xmlns:a="http://schemas.openxmlformats.org/drawingml/2006/main">
              <a:ext uri="{FF2B5EF4-FFF2-40B4-BE49-F238E27FC236}">
                <a16:creationId xmlns:a16="http://schemas.microsoft.com/office/drawing/2014/main" id="{F18E49E7-F5AE-4012-A54B-6618E828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Сильная модель и хорошая среда дополняют друг друга. Возможности проверяем на своей задаче.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CCB132-01CB-4090-B613-E63DFF25A4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b3278d9ca480e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5337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23">
            <a:extLst xmlns:a="http://schemas.openxmlformats.org/drawingml/2006/main">
              <a:ext uri="{FF2B5EF4-FFF2-40B4-BE49-F238E27FC236}">
                <a16:creationId xmlns:a16="http://schemas.microsoft.com/office/drawing/2014/main" id="{4CB777B7-2F5E-4EB8-8A80-0A8BC939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22</a:t>
            </a:r>
          </a:p>
        </p:txBody>
      </p:sp>
      <p:sp>
        <p:nvSpPr>
          <p:cNvPr id="2" name="Модель выбираем под задачу">
            <a:extLst xmlns:a="http://schemas.openxmlformats.org/drawingml/2006/main">
              <a:ext uri="{FF2B5EF4-FFF2-40B4-BE49-F238E27FC236}">
                <a16:creationId xmlns:a16="http://schemas.microsoft.com/office/drawing/2014/main" id="{5CDC026A-8BF5-489D-9300-89934335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Модель выбираем под задачу</a:t>
            </a:r>
          </a:p>
        </p:txBody>
      </p:sp>
      <p:sp>
        <p:nvSpPr>
          <p:cNvPr id="3" name="Codex и Claude Code — приложения, в которых выбирают модель. Ищем">
            <a:extLst xmlns:a="http://schemas.openxmlformats.org/drawingml/2006/main">
              <a:ext uri="{FF2B5EF4-FFF2-40B4-BE49-F238E27FC236}">
                <a16:creationId xmlns:a16="http://schemas.microsoft.com/office/drawing/2014/main" id="{FD4F562D-3525-4FE4-B9EB-04FA8FEB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810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Codex и Claude Code — приложения, в которых выбирают модель. Ищем достаточное качество по разумной цене.</a:t>
            </a:r>
          </a:p>
        </p:txBody>
      </p:sp>
      <p:graphicFrame>
        <p:nvGraphicFrame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4DEBE-1B3A-4478-BE2D-7307782571D3}"/>
              </a:ext>
            </a:extLst>
          </p:cNvPr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78105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905125"/>
                <a:gridCol w="2905125"/>
              </a:tblGrid>
              <a:tr h="361950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Задача</a:t>
                      </a:r>
                    </a:p>
                  </a:txBody>
                  <a:tcPr marL="91440" marR="91440" marT="45720" marB="45720">
                    <a:solidFill>
                      <a:srgbClr val="DFCEF3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Как начать</a:t>
                      </a:r>
                    </a:p>
                  </a:txBody>
                  <a:tcPr marL="91440" marR="91440" marT="45720" marB="45720">
                    <a:solidFill>
                      <a:srgbClr val="DFCEF3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Примеры моделей</a:t>
                      </a:r>
                    </a:p>
                  </a:txBody>
                  <a:tcPr marL="91440" marR="91440" marT="45720" marB="45720">
                    <a:solidFill>
                      <a:srgbClr val="DFCEF3"/>
                    </a:solidFill>
                  </a:tcPr>
                </a:tc>
              </a:tr>
              <a:tr h="800100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Небольшая ясная правка,</a:t>
                      </a:r>
                    </a:p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извлечение данных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Быстрая модель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и готовая проверка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GPT-6 Luna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Claude Haiku 4.5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Gemini 3.5 Flash-Lite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Фича по контракту,</a:t>
                      </a:r>
                    </a:p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тесты, обычное review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Повседневная модель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с подходящим effort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GPT-6.1 Sol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Claude Sonnet 5.5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Gemini 3.8 Flash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800100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Неясный баг, архитектура,</a:t>
                      </a:r>
                    </a:p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большое исследование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Сильная модель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и больше времени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GPT-6 Astra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Claude Opus 5.5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Claude Fable 5.1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penAI: модели">
            <a:extLst xmlns:a="http://schemas.openxmlformats.org/drawingml/2006/main">
              <a:ext uri="{FF2B5EF4-FFF2-40B4-BE49-F238E27FC236}">
                <a16:creationId xmlns:a16="http://schemas.microsoft.com/office/drawing/2014/main" id="{01039DE0-2B16-48CC-92E6-40F995C9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1135d56d2a0a4392"/>
              </a:rPr>
              <a:t>AIMEC: как читать сравнения</a:t>
            </a:r>
          </a:p>
        </p:txBody>
      </p:sp>
      <p:sp>
        <p:nvSpPr>
          <p:cNvPr id="6" name="Claude: модели">
            <a:extLst xmlns:a="http://schemas.openxmlformats.org/drawingml/2006/main">
              <a:ext uri="{FF2B5EF4-FFF2-40B4-BE49-F238E27FC236}">
                <a16:creationId xmlns:a16="http://schemas.microsoft.com/office/drawing/2014/main" id="{76F532A9-A21A-4ACF-99F4-B89770EA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850" y="4276725"/>
            <a:ext cx="243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4d50f049a4194095"/>
              </a:rPr>
              <a:t>Claude: модели</a:t>
            </a:r>
          </a:p>
        </p:txBody>
      </p:sp>
      <p:sp>
        <p:nvSpPr>
          <p:cNvPr id="7" name="Gemini: модели">
            <a:extLst xmlns:a="http://schemas.openxmlformats.org/drawingml/2006/main">
              <a:ext uri="{FF2B5EF4-FFF2-40B4-BE49-F238E27FC236}">
                <a16:creationId xmlns:a16="http://schemas.microsoft.com/office/drawing/2014/main" id="{6D897676-67E2-4B0F-AF06-F23DF63E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4276725"/>
            <a:ext cx="243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d30986055ecd4e67"/>
              </a:rPr>
              <a:t>Gemini: модели</a:t>
            </a:r>
          </a:p>
        </p:txBody>
      </p:sp>
      <p:sp>
        <p:nvSpPr>
          <p:cNvPr id="8" name="Эвристика, не рейтинг. Gemini 3.8 Flash подходит и для сложных за">
            <a:extLst xmlns:a="http://schemas.openxmlformats.org/drawingml/2006/main">
              <a:ext uri="{FF2B5EF4-FFF2-40B4-BE49-F238E27FC236}">
                <a16:creationId xmlns:a16="http://schemas.microsoft.com/office/drawing/2014/main" id="{E926F2CD-FD4D-465B-AF49-8AA2C5E0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Benchmark измеряет модель, harness и условия задачи вместе.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4B81D-4CDC-449E-9C99-8A197AE3C3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3c36a4e4c461d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24">
            <a:extLst xmlns:a="http://schemas.openxmlformats.org/drawingml/2006/main">
              <a:ext uri="{FF2B5EF4-FFF2-40B4-BE49-F238E27FC236}">
                <a16:creationId xmlns:a16="http://schemas.microsoft.com/office/drawing/2014/main" id="{420501D7-EB2C-4785-8418-DFAAE2BC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23</a:t>
            </a:r>
          </a:p>
        </p:txBody>
      </p:sp>
      <p:sp>
        <p:nvSpPr>
          <p:cNvPr id="2" name="Язык и стек влияют на работу агента">
            <a:extLst xmlns:a="http://schemas.openxmlformats.org/drawingml/2006/main">
              <a:ext uri="{FF2B5EF4-FFF2-40B4-BE49-F238E27FC236}">
                <a16:creationId xmlns:a16="http://schemas.microsoft.com/office/drawing/2014/main" id="{15435472-7B34-4011-B2A6-A1DE0991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Язык и стек влияют на работу агента</a:t>
            </a:r>
          </a:p>
        </p:txBody>
      </p:sp>
      <p:sp>
        <p:nvSpPr>
          <p:cNvPr id="3" name="Слева — авторская шкала из архива курса. Это повод обсудить разли">
            <a:extLst xmlns:a="http://schemas.openxmlformats.org/drawingml/2006/main">
              <a:ext uri="{FF2B5EF4-FFF2-40B4-BE49-F238E27FC236}">
                <a16:creationId xmlns:a16="http://schemas.microsoft.com/office/drawing/2014/main" id="{ACD79C0D-F664-4DBC-AA64-257C696B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5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Слева — авторская оценка, не benchmark моделей. Это повод обсудить различия и проверки на своём проекте.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5D9A5-D8A3-448C-BF06-FFA3A2B644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a4138485743bb"/>
          <a:stretch xmlns:a="http://schemas.openxmlformats.org/drawingml/2006/main"/>
        </p:blipFill>
        <p:spPr>
          <a:xfrm xmlns:a="http://schemas.openxmlformats.org/drawingml/2006/main">
            <a:off x="583930" y="1409700"/>
            <a:ext cx="2384965" cy="3267075"/>
          </a:xfrm>
          <a:prstGeom xmlns:a="http://schemas.openxmlformats.org/drawingml/2006/main" prst="rect">
            <a:avLst/>
          </a:prstGeom>
        </p:spPr>
      </p:pic>
      <p:sp>
        <p:nvSpPr>
          <p:cNvPr id="5" name="АРХИВНАЯ АВТОРСКАЯ ШКАЛА, НЕ МЕТРИКА">
            <a:extLst xmlns:a="http://schemas.openxmlformats.org/drawingml/2006/main">
              <a:ext uri="{FF2B5EF4-FFF2-40B4-BE49-F238E27FC236}">
                <a16:creationId xmlns:a16="http://schemas.microsoft.com/office/drawing/2014/main" id="{59CD4D47-A0DF-4852-8715-EDCEB0CD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390650"/>
            <a:ext cx="5191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АВТОРСКАЯ ОЦЕНКА, НЕ BENCHMARK МОДЕЛЕЙ</a:t>
            </a:r>
          </a:p>
        </p:txBody>
      </p:sp>
      <p:sp>
        <p:nvSpPr>
          <p:cNvPr id="6" name="1">
            <a:extLst xmlns:a="http://schemas.openxmlformats.org/drawingml/2006/main">
              <a:ext uri="{FF2B5EF4-FFF2-40B4-BE49-F238E27FC236}">
                <a16:creationId xmlns:a16="http://schemas.microsoft.com/office/drawing/2014/main" id="{AE3CE7B4-FEB3-4568-81FD-2A76910D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62125"/>
            <a:ext cx="314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7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7" name="Данные и экосистема">
            <a:extLst xmlns:a="http://schemas.openxmlformats.org/drawingml/2006/main">
              <a:ext uri="{FF2B5EF4-FFF2-40B4-BE49-F238E27FC236}">
                <a16:creationId xmlns:a16="http://schemas.microsoft.com/office/drawing/2014/main" id="{FA561F7D-F3E6-4AF0-AF39-0AB9EC0A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762125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4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Данные и экосистема</a:t>
            </a:r>
          </a:p>
        </p:txBody>
      </p:sp>
      <p:sp>
        <p:nvSpPr>
          <p:cNvPr id="8" name="Примеры кода и документация помогают. Точный состав обучения закр">
            <a:extLst xmlns:a="http://schemas.openxmlformats.org/drawingml/2006/main">
              <a:ext uri="{FF2B5EF4-FFF2-40B4-BE49-F238E27FC236}">
                <a16:creationId xmlns:a16="http://schemas.microsoft.com/office/drawing/2014/main" id="{A9CA0BCE-C0B6-4AC0-81E8-B0011A56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47875"/>
            <a:ext cx="471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88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Примеры кода и документация помогают. Точный состав обучения закрытых моделей неизвестен.</a:t>
            </a:r>
          </a:p>
        </p:txBody>
      </p:sp>
      <p:sp>
        <p:nvSpPr>
          <p:cNvPr id="9" name="2">
            <a:extLst xmlns:a="http://schemas.openxmlformats.org/drawingml/2006/main">
              <a:ext uri="{FF2B5EF4-FFF2-40B4-BE49-F238E27FC236}">
                <a16:creationId xmlns:a16="http://schemas.microsoft.com/office/drawing/2014/main" id="{F1A9D4EE-8C8D-4B6A-879C-5C4CE911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314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7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10" name="Инструменты проверки">
            <a:extLst xmlns:a="http://schemas.openxmlformats.org/drawingml/2006/main">
              <a:ext uri="{FF2B5EF4-FFF2-40B4-BE49-F238E27FC236}">
                <a16:creationId xmlns:a16="http://schemas.microsoft.com/office/drawing/2014/main" id="{92AF9D8C-1517-4107-9BC8-87283DCD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5270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4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Инструменты проверки</a:t>
            </a:r>
          </a:p>
        </p:txBody>
      </p:sp>
      <p:sp>
        <p:nvSpPr>
          <p:cNvPr id="11" name="Компилятор, type checker, тесты, race detector и sanitizer провер">
            <a:extLst xmlns:a="http://schemas.openxmlformats.org/drawingml/2006/main">
              <a:ext uri="{FF2B5EF4-FFF2-40B4-BE49-F238E27FC236}">
                <a16:creationId xmlns:a16="http://schemas.microsoft.com/office/drawing/2014/main" id="{D832B6FC-C0FE-4430-909C-4DAFA8B7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38450"/>
            <a:ext cx="471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88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Компилятор, type checker, тесты, race detector и sanitizer проверяют разные свойства.</a:t>
            </a:r>
          </a:p>
        </p:txBody>
      </p:sp>
      <p:sp>
        <p:nvSpPr>
          <p:cNvPr id="12" name="3">
            <a:extLst xmlns:a="http://schemas.openxmlformats.org/drawingml/2006/main">
              <a:ext uri="{FF2B5EF4-FFF2-40B4-BE49-F238E27FC236}">
                <a16:creationId xmlns:a16="http://schemas.microsoft.com/office/drawing/2014/main" id="{8BA161C4-6C93-4130-BB13-68E959A5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43275"/>
            <a:ext cx="314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7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3" name="Выбор под свой проект">
            <a:extLst xmlns:a="http://schemas.openxmlformats.org/drawingml/2006/main">
              <a:ext uri="{FF2B5EF4-FFF2-40B4-BE49-F238E27FC236}">
                <a16:creationId xmlns:a16="http://schemas.microsoft.com/office/drawing/2014/main" id="{1EE9854D-6A06-4B79-A1BC-E0E60BD4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343275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4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Выбор под свой проект</a:t>
            </a:r>
          </a:p>
        </p:txBody>
      </p:sp>
      <p:sp>
        <p:nvSpPr>
          <p:cNvPr id="14" name="Сравниваем модели на знакомых задачах и версиях библиотек. Старые">
            <a:extLst xmlns:a="http://schemas.openxmlformats.org/drawingml/2006/main">
              <a:ext uri="{FF2B5EF4-FFF2-40B4-BE49-F238E27FC236}">
                <a16:creationId xmlns:a16="http://schemas.microsoft.com/office/drawing/2014/main" id="{04B5B577-D121-46C8-B153-AA2D20FB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629025"/>
            <a:ext cx="471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88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088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Сравниваем модели на знакомых задачах и версиях библиотек. Старые оценки не переносим автоматически.</a:t>
            </a:r>
          </a:p>
        </p:txBody>
      </p:sp>
      <p:sp>
        <p:nvSpPr>
          <p:cNvPr id="15" name="Редкий стек: добавьте контекст, примеры и проверки.">
            <a:extLst xmlns:a="http://schemas.openxmlformats.org/drawingml/2006/main">
              <a:ext uri="{FF2B5EF4-FFF2-40B4-BE49-F238E27FC236}">
                <a16:creationId xmlns:a16="http://schemas.microsoft.com/office/drawing/2014/main" id="{63143A69-185F-411A-9135-7F96B758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010025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13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013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Редкий стек: добавьте контекст, примеры и проверки.</a:t>
            </a:r>
          </a:p>
        </p:txBody>
      </p:sp>
      <p:sp>
        <p:nvSpPr>
          <p:cNvPr id="17" name="MultiPL-E: разные языки">
            <a:extLst xmlns:a="http://schemas.openxmlformats.org/drawingml/2006/main">
              <a:ext uri="{FF2B5EF4-FFF2-40B4-BE49-F238E27FC236}">
                <a16:creationId xmlns:a16="http://schemas.microsoft.com/office/drawing/2014/main" id="{AF4B70D8-8BBB-417B-A8FB-D59F5916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514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4c20ebe7b33848d0"/>
              </a:rPr>
              <a:t>MultiPL-E: разные языки</a:t>
            </a:r>
          </a:p>
        </p:txBody>
      </p:sp>
      <p:sp>
        <p:nvSpPr>
          <p:cNvPr id="18" name="SWE-bench Multilingual">
            <a:extLst xmlns:a="http://schemas.openxmlformats.org/drawingml/2006/main">
              <a:ext uri="{FF2B5EF4-FFF2-40B4-BE49-F238E27FC236}">
                <a16:creationId xmlns:a16="http://schemas.microsoft.com/office/drawing/2014/main" id="{84E55E22-786D-418A-959F-A9A0A370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6534ea7b1ff34475"/>
              </a:rPr>
              <a:t>SWE-bench Multilingual</a:t>
            </a:r>
          </a:p>
        </p:txBody>
      </p:sp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25">
            <a:extLst xmlns:a="http://schemas.openxmlformats.org/drawingml/2006/main">
              <a:ext uri="{FF2B5EF4-FFF2-40B4-BE49-F238E27FC236}">
                <a16:creationId xmlns:a16="http://schemas.microsoft.com/office/drawing/2014/main" id="{C4DC23BE-6059-49B9-ADA5-EECEB93F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24</a:t>
            </a:r>
          </a:p>
        </p:txBody>
      </p:sp>
      <p:sp>
        <p:nvSpPr>
          <p:cNvPr id="2" name="Одна задача, четыре уровня effort">
            <a:extLst xmlns:a="http://schemas.openxmlformats.org/drawingml/2006/main">
              <a:ext uri="{FF2B5EF4-FFF2-40B4-BE49-F238E27FC236}">
                <a16:creationId xmlns:a16="http://schemas.microsoft.com/office/drawing/2014/main" id="{4B991CB4-0645-4F60-A23D-5CC9B7A6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Одна задача, четыре уровня effort</a:t>
            </a:r>
          </a:p>
        </p:txBody>
      </p:sp>
      <p:sp>
        <p:nvSpPr>
          <p:cNvPr id="3" name="«Сделай приложение для тренировок». Иллюстративные запуски автора">
            <a:extLst xmlns:a="http://schemas.openxmlformats.org/drawingml/2006/main">
              <a:ext uri="{FF2B5EF4-FFF2-40B4-BE49-F238E27FC236}">
                <a16:creationId xmlns:a16="http://schemas.microsoft.com/office/drawing/2014/main" id="{5CE5E531-2CB9-4F4A-94C2-443F3DD4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5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«Сделай приложение для тренировок». Иллюстративные запуски автора Anthropic на Opus 5.5.</a:t>
            </a:r>
          </a:p>
        </p:txBody>
      </p:sp>
      <p:sp>
        <p:nvSpPr>
          <p:cNvPr id="4" name="Low · 1,5 мин">
            <a:extLst xmlns:a="http://schemas.openxmlformats.org/drawingml/2006/main">
              <a:ext uri="{FF2B5EF4-FFF2-40B4-BE49-F238E27FC236}">
                <a16:creationId xmlns:a16="http://schemas.microsoft.com/office/drawing/2014/main" id="{97475A84-AFC6-4C05-9002-6231A5BF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9380b8fe2add48cb"/>
              </a:rPr>
              <a:t>Low · 1,5 мин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108FD-DB7E-4EFD-8719-A3363CC857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6d656b5fc47e3"/>
          <a:stretch xmlns:a="http://schemas.openxmlformats.org/drawingml/2006/main"/>
        </p:blipFill>
        <p:spPr>
          <a:xfrm xmlns:a="http://schemas.openxmlformats.org/drawingml/2006/main">
            <a:off x="523875" y="1864413"/>
            <a:ext cx="1924050" cy="1347999"/>
          </a:xfrm>
          <a:prstGeom xmlns:a="http://schemas.openxmlformats.org/drawingml/2006/main" prst="rect">
            <a:avLst/>
          </a:prstGeom>
        </p:spPr>
      </p:pic>
      <p:sp>
        <p:nvSpPr>
          <p:cNvPr id="6" name="Medium · 4 мин">
            <a:extLst xmlns:a="http://schemas.openxmlformats.org/drawingml/2006/main">
              <a:ext uri="{FF2B5EF4-FFF2-40B4-BE49-F238E27FC236}">
                <a16:creationId xmlns:a16="http://schemas.microsoft.com/office/drawing/2014/main" id="{166E8F97-CA49-4028-9BD6-7D7FD454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24000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9f9bc910e9be4489"/>
              </a:rPr>
              <a:t>Medium · 4 мин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D168D-02DC-49C1-9F97-BA4AD0649B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c502a39ea44d3"/>
          <a:stretch xmlns:a="http://schemas.openxmlformats.org/drawingml/2006/main"/>
        </p:blipFill>
        <p:spPr>
          <a:xfrm xmlns:a="http://schemas.openxmlformats.org/drawingml/2006/main">
            <a:off x="2647950" y="1864413"/>
            <a:ext cx="1924050" cy="1347999"/>
          </a:xfrm>
          <a:prstGeom xmlns:a="http://schemas.openxmlformats.org/drawingml/2006/main" prst="rect">
            <a:avLst/>
          </a:prstGeom>
        </p:spPr>
      </p:pic>
      <p:sp>
        <p:nvSpPr>
          <p:cNvPr id="8" name="High · 11 мин">
            <a:extLst xmlns:a="http://schemas.openxmlformats.org/drawingml/2006/main">
              <a:ext uri="{FF2B5EF4-FFF2-40B4-BE49-F238E27FC236}">
                <a16:creationId xmlns:a16="http://schemas.microsoft.com/office/drawing/2014/main" id="{8C6DF317-F50B-443C-A617-B038EAA3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524000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e88eb5cb0c9140b2"/>
              </a:rPr>
              <a:t>High · 11 мин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A877E-93C7-4CEA-8AFB-395C9B68A1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7a9aa493f40ad"/>
          <a:stretch xmlns:a="http://schemas.openxmlformats.org/drawingml/2006/main"/>
        </p:blipFill>
        <p:spPr>
          <a:xfrm xmlns:a="http://schemas.openxmlformats.org/drawingml/2006/main">
            <a:off x="4772025" y="1864413"/>
            <a:ext cx="1924050" cy="1347999"/>
          </a:xfrm>
          <a:prstGeom xmlns:a="http://schemas.openxmlformats.org/drawingml/2006/main" prst="rect">
            <a:avLst/>
          </a:prstGeom>
        </p:spPr>
      </p:pic>
      <p:sp>
        <p:nvSpPr>
          <p:cNvPr id="10" name="Max · 67 мин">
            <a:extLst xmlns:a="http://schemas.openxmlformats.org/drawingml/2006/main">
              <a:ext uri="{FF2B5EF4-FFF2-40B4-BE49-F238E27FC236}">
                <a16:creationId xmlns:a16="http://schemas.microsoft.com/office/drawing/2014/main" id="{F404636C-E51D-4DB6-A31A-C2DDB38A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24000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657be7e6ff284ec9"/>
              </a:rPr>
              <a:t>Max · 67 мин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51F2F-7A90-462F-A49C-DFB0F29BA0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45f3744b44e8f"/>
          <a:stretch xmlns:a="http://schemas.openxmlformats.org/drawingml/2006/main"/>
        </p:blipFill>
        <p:spPr>
          <a:xfrm xmlns:a="http://schemas.openxmlformats.org/drawingml/2006/main">
            <a:off x="6896100" y="1864413"/>
            <a:ext cx="1924050" cy="1347999"/>
          </a:xfrm>
          <a:prstGeom xmlns:a="http://schemas.openxmlformats.org/drawingml/2006/main" prst="rect">
            <a:avLst/>
          </a:prstGeom>
        </p:spPr>
      </p:pic>
      <p:sp>
        <p:nvSpPr>
          <p:cNvPr id="12" name="Low / medium: выбираем направление">
            <a:extLst xmlns:a="http://schemas.openxmlformats.org/drawingml/2006/main">
              <a:ext uri="{FF2B5EF4-FFF2-40B4-BE49-F238E27FC236}">
                <a16:creationId xmlns:a16="http://schemas.microsoft.com/office/drawing/2014/main" id="{F5804923-CFA0-4CB5-8AC8-C83D1D0E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63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163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Low / medium: выбираем направление</a:t>
            </a:r>
          </a:p>
        </p:txBody>
      </p:sp>
      <p:sp>
        <p:nvSpPr>
          <p:cNvPr id="13" name="Первый код, обсуждение и короткие итерации. Сверяем с человеком, ">
            <a:extLst xmlns:a="http://schemas.openxmlformats.org/drawingml/2006/main">
              <a:ext uri="{FF2B5EF4-FFF2-40B4-BE49-F238E27FC236}">
                <a16:creationId xmlns:a16="http://schemas.microsoft.com/office/drawing/2014/main" id="{93ECEB57-30E8-4930-A24B-C3406188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52800"/>
            <a:ext cx="4791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13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013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Первый код, обсуждение и короткие итерации. Сверяем с человеком, ту ли задачу решаем.</a:t>
            </a:r>
          </a:p>
        </p:txBody>
      </p:sp>
      <p:sp>
        <p:nvSpPr>
          <p:cNvPr id="14" name="High: проверяем результат">
            <a:extLst xmlns:a="http://schemas.openxmlformats.org/drawingml/2006/main">
              <a:ext uri="{FF2B5EF4-FFF2-40B4-BE49-F238E27FC236}">
                <a16:creationId xmlns:a16="http://schemas.microsoft.com/office/drawing/2014/main" id="{2B932055-F0C4-4403-BD4F-1053A115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63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163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High: проверяем результат</a:t>
            </a:r>
          </a:p>
        </p:txBody>
      </p:sp>
      <p:sp>
        <p:nvSpPr>
          <p:cNvPr id="15" name="Тесты, review и поиск крайних случаев после согласования смысла з">
            <a:extLst xmlns:a="http://schemas.openxmlformats.org/drawingml/2006/main">
              <a:ext uri="{FF2B5EF4-FFF2-40B4-BE49-F238E27FC236}">
                <a16:creationId xmlns:a16="http://schemas.microsoft.com/office/drawing/2014/main" id="{3DEB2973-509E-4DD4-9432-08FA1492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14750"/>
            <a:ext cx="4791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13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013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Тесты, review и поиск крайних случаев после согласования смысла задачи.</a:t>
            </a:r>
          </a:p>
        </p:txBody>
      </p:sp>
      <p:sp>
        <p:nvSpPr>
          <p:cNvPr id="16" name="Max: сложная автономная работа">
            <a:extLst xmlns:a="http://schemas.openxmlformats.org/drawingml/2006/main">
              <a:ext uri="{FF2B5EF4-FFF2-40B4-BE49-F238E27FC236}">
                <a16:creationId xmlns:a16="http://schemas.microsoft.com/office/drawing/2014/main" id="{A2577BC5-DFF4-4435-9823-77BDB622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63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163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Max: сложная автономная работа</a:t>
            </a:r>
          </a:p>
        </p:txBody>
      </p:sp>
      <p:sp>
        <p:nvSpPr>
          <p:cNvPr id="17" name="Даём больше времени. Заранее определяем цель, границы и критерий ">
            <a:extLst xmlns:a="http://schemas.openxmlformats.org/drawingml/2006/main">
              <a:ext uri="{FF2B5EF4-FFF2-40B4-BE49-F238E27FC236}">
                <a16:creationId xmlns:a16="http://schemas.microsoft.com/office/drawing/2014/main" id="{09B393F1-AADB-4EA5-B6B0-A322C1B5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76700"/>
            <a:ext cx="4791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13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013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Даём больше времени. Заранее определяем цель, границы и критерий завершения.</a:t>
            </a:r>
          </a:p>
        </p:txBody>
      </p:sp>
      <p:sp>
        <p:nvSpPr>
          <p:cNvPr id="18" name="Больше effort: больше проверок и самостоятельных решений. Не обяз">
            <a:extLst xmlns:a="http://schemas.openxmlformats.org/drawingml/2006/main">
              <a:ext uri="{FF2B5EF4-FFF2-40B4-BE49-F238E27FC236}">
                <a16:creationId xmlns:a16="http://schemas.microsoft.com/office/drawing/2014/main" id="{878CCA3E-A7BC-431F-86A6-B67F4C23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7781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Больше effort: больше проверок и самостоятельных решений. Не обязательно ближе к вашей цели.</a:t>
            </a:r>
          </a:p>
        </p:txBody>
      </p:sp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26">
            <a:extLst xmlns:a="http://schemas.openxmlformats.org/drawingml/2006/main">
              <a:ext uri="{FF2B5EF4-FFF2-40B4-BE49-F238E27FC236}">
                <a16:creationId xmlns:a16="http://schemas.microsoft.com/office/drawing/2014/main" id="{E5CF59FF-624D-4652-A47E-1229B4FA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25</a:t>
            </a:r>
          </a:p>
        </p:txBody>
      </p:sp>
      <p:sp>
        <p:nvSpPr>
          <p:cNvPr id="2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8F0469A8-ED3D-4A99-8D6F-D49EB7E5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 w="0">
            <a:noFill/>
          </a:ln>
        </p:spPr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D41D6AEA-B992-4A50-B290-A6C2E187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AFC"/>
          </a:solidFill>
          <a:ln xmlns:a="http://schemas.openxmlformats.org/drawingml/2006/main" w="0">
            <a:noFill/>
          </a:ln>
        </p:spPr>
      </p:sp>
      <p:sp>
        <p:nvSpPr>
          <p:cNvPr id="4" name="«Напиши мне тесты»: один запрос, разная среда">
            <a:extLst xmlns:a="http://schemas.openxmlformats.org/drawingml/2006/main">
              <a:ext uri="{FF2B5EF4-FFF2-40B4-BE49-F238E27FC236}">
                <a16:creationId xmlns:a16="http://schemas.microsoft.com/office/drawing/2014/main" id="{0E343A16-6AB1-42BC-BEC0-6DF0385A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«Напиши мне тесты»: один запрос, разная среда</a:t>
            </a:r>
          </a:p>
        </p:txBody>
      </p:sp>
      <p:sp>
        <p:nvSpPr>
          <p:cNvPr id="5" name="Короткая инструкция работает, когда недостающие подробности можно">
            <a:extLst xmlns:a="http://schemas.openxmlformats.org/drawingml/2006/main">
              <a:ext uri="{FF2B5EF4-FFF2-40B4-BE49-F238E27FC236}">
                <a16:creationId xmlns:a16="http://schemas.microsoft.com/office/drawing/2014/main" id="{2B1AD4B1-5EE7-49EF-A424-F1706EDF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Короткая инструкция работает, когда недостающие подробности можно получить из проекта и доступных источников.</a:t>
            </a:r>
          </a:p>
        </p:txBody>
      </p:sp>
      <p:sp>
        <p:nvSpPr>
          <p:cNvPr id="6" name="Проект не объяснён">
            <a:extLst xmlns:a="http://schemas.openxmlformats.org/drawingml/2006/main">
              <a:ext uri="{FF2B5EF4-FFF2-40B4-BE49-F238E27FC236}">
                <a16:creationId xmlns:a16="http://schemas.microsoft.com/office/drawing/2014/main" id="{5848D80F-9C6C-43E1-80BF-115D1D87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Проект не объяснён</a:t>
            </a:r>
          </a:p>
        </p:txBody>
      </p:sp>
      <p:sp>
        <p:nvSpPr>
          <p:cNvPr id="7" name="Какое поведение правильное?&#10;Какие тесты уже есть?&#10;Чем их запускат">
            <a:extLst xmlns:a="http://schemas.openxmlformats.org/drawingml/2006/main">
              <a:ext uri="{FF2B5EF4-FFF2-40B4-BE49-F238E27FC236}">
                <a16:creationId xmlns:a16="http://schemas.microsoft.com/office/drawing/2014/main" id="{01507D3E-C051-4044-99D8-EA3358A5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90775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Какое поведение правильное?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Какие тесты уже есть?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Чем их запускать и что можно менять?</a:t>
            </a:r>
          </a:p>
        </p:txBody>
      </p:sp>
      <p:sp>
        <p:nvSpPr>
          <p:cNvPr id="8" name="Контекст подготовлен">
            <a:extLst xmlns:a="http://schemas.openxmlformats.org/drawingml/2006/main">
              <a:ext uri="{FF2B5EF4-FFF2-40B4-BE49-F238E27FC236}">
                <a16:creationId xmlns:a16="http://schemas.microsoft.com/office/drawing/2014/main" id="{801F1012-A319-4AAB-81B8-1017AD52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Контекст подготовлен</a:t>
            </a:r>
          </a:p>
        </p:txBody>
      </p:sp>
      <p:sp>
        <p:nvSpPr>
          <p:cNvPr id="9" name="Есть контракт и удачные примеры.&#10;Известны framework и команды.&#10;За">
            <a:extLst xmlns:a="http://schemas.openxmlformats.org/drawingml/2006/main">
              <a:ext uri="{FF2B5EF4-FFF2-40B4-BE49-F238E27FC236}">
                <a16:creationId xmlns:a16="http://schemas.microsoft.com/office/drawing/2014/main" id="{94D295E7-650C-458A-B976-2BB7D639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90775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Есть контракт и удачные примеры.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Известны framework и команды.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Заданы ограничения и критерий готовности.</a:t>
            </a:r>
          </a:p>
        </p:txBody>
      </p:sp>
      <p:sp>
        <p:nvSpPr>
          <p:cNvPr id="10" name="Учебное сравнение. Если требование неизвестно, агенту нужно уточн">
            <a:extLst xmlns:a="http://schemas.openxmlformats.org/drawingml/2006/main">
              <a:ext uri="{FF2B5EF4-FFF2-40B4-BE49-F238E27FC236}">
                <a16:creationId xmlns:a16="http://schemas.microsoft.com/office/drawing/2014/main" id="{01E6E665-5824-4833-B1C5-8BDE6D62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Учебное сравнение. Если требование неизвестно, агенту нужно уточнение, а не догадка.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CA02FA-A4DE-4971-A161-79C7F25967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3842c43e5442d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5337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27">
            <a:extLst xmlns:a="http://schemas.openxmlformats.org/drawingml/2006/main">
              <a:ext uri="{FF2B5EF4-FFF2-40B4-BE49-F238E27FC236}">
                <a16:creationId xmlns:a16="http://schemas.microsoft.com/office/drawing/2014/main" id="{597A7194-F10F-4A20-B5CC-4BE5454D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26</a:t>
            </a:r>
          </a:p>
        </p:txBody>
      </p:sp>
      <p:sp>
        <p:nvSpPr>
          <p:cNvPr id="28" name="Контекст и длина ответа — разные ограничения">
            <a:extLst xmlns:a="http://schemas.openxmlformats.org/drawingml/2006/main">
              <a:ext uri="{FF2B5EF4-FFF2-40B4-BE49-F238E27FC236}">
                <a16:creationId xmlns:a16="http://schemas.microsoft.com/office/drawing/2014/main" id="{696168A0-5218-454F-864B-AD38CB11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Контекст и длина ответа — разные ограничения</a:t>
            </a:r>
          </a:p>
        </p:txBody>
      </p:sp>
      <p:sp>
        <p:nvSpPr>
          <p:cNvPr id="29" name="Модель получает материалы, обрабатывает их и генерирует ответ. У ">
            <a:extLst xmlns:a="http://schemas.openxmlformats.org/drawingml/2006/main">
              <a:ext uri="{FF2B5EF4-FFF2-40B4-BE49-F238E27FC236}">
                <a16:creationId xmlns:a16="http://schemas.microsoft.com/office/drawing/2014/main" id="{5360C187-B5E0-45E3-BD33-54B73E8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5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Модель получает материалы, обрабатывает их и генерирует ответ. У каждого шага есть ограничения.</a:t>
            </a:r>
          </a:p>
        </p:txBody>
      </p:sp>
      <p:sp>
        <p:nvSpPr>
          <p:cNvPr id="30" name="КОНТЕКСТ">
            <a:extLst xmlns:a="http://schemas.openxmlformats.org/drawingml/2006/main">
              <a:ext uri="{FF2B5EF4-FFF2-40B4-BE49-F238E27FC236}">
                <a16:creationId xmlns:a16="http://schemas.microsoft.com/office/drawing/2014/main" id="{B3A2263B-ABDF-49D4-B292-3D4D8CF8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КОНТЕКСТ</a:t>
            </a:r>
          </a:p>
        </p:txBody>
      </p:sp>
      <p:sp>
        <p:nvSpPr>
          <p:cNvPr id="31" name="Что модель читает">
            <a:extLst xmlns:a="http://schemas.openxmlformats.org/drawingml/2006/main">
              <a:ext uri="{FF2B5EF4-FFF2-40B4-BE49-F238E27FC236}">
                <a16:creationId xmlns:a16="http://schemas.microsoft.com/office/drawing/2014/main" id="{0DB839A1-D2F0-4092-A043-D654AAE6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20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0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Что модель читает</a:t>
            </a:r>
          </a:p>
        </p:txBody>
      </p:sp>
      <p:sp>
        <p:nvSpPr>
          <p:cNvPr id="32" name="Инструкции, история разговора, файлы и результаты инструментов.">
            <a:extLst xmlns:a="http://schemas.openxmlformats.org/drawingml/2006/main">
              <a:ext uri="{FF2B5EF4-FFF2-40B4-BE49-F238E27FC236}">
                <a16:creationId xmlns:a16="http://schemas.microsoft.com/office/drawing/2014/main" id="{2C449BBB-0BE0-4AFD-8161-9E179405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4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Инструкции, история разговора, файлы и результаты инструментов.</a:t>
            </a:r>
          </a:p>
        </p:txBody>
      </p:sp>
      <p:sp>
        <p:nvSpPr>
          <p:cNvPr id="33" name="Пример: большая папка документов">
            <a:extLst xmlns:a="http://schemas.openxmlformats.org/drawingml/2006/main">
              <a:ext uri="{FF2B5EF4-FFF2-40B4-BE49-F238E27FC236}">
                <a16:creationId xmlns:a16="http://schemas.microsoft.com/office/drawing/2014/main" id="{2291DD35-C8E2-4B86-A086-438F3A04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75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Пример: большая папка документов</a:t>
            </a:r>
          </a:p>
        </p:txBody>
      </p:sp>
      <p:sp>
        <p:nvSpPr>
          <p:cNvPr id="34" name="ДЛИНА ОТВЕТА">
            <a:extLst xmlns:a="http://schemas.openxmlformats.org/drawingml/2006/main">
              <a:ext uri="{FF2B5EF4-FFF2-40B4-BE49-F238E27FC236}">
                <a16:creationId xmlns:a16="http://schemas.microsoft.com/office/drawing/2014/main" id="{8E979ED6-6FF9-4A01-A4AF-95082C85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71625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ДЛИНА ОТВЕТА</a:t>
            </a:r>
          </a:p>
        </p:txBody>
      </p:sp>
      <p:sp>
        <p:nvSpPr>
          <p:cNvPr id="35" name="Что модель пишет">
            <a:extLst xmlns:a="http://schemas.openxmlformats.org/drawingml/2006/main">
              <a:ext uri="{FF2B5EF4-FFF2-40B4-BE49-F238E27FC236}">
                <a16:creationId xmlns:a16="http://schemas.microsoft.com/office/drawing/2014/main" id="{3088A4AF-430D-4EFF-9C06-73E1386D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00250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20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0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Что модель пишет</a:t>
            </a:r>
          </a:p>
        </p:txBody>
      </p:sp>
      <p:sp>
        <p:nvSpPr>
          <p:cNvPr id="36" name="Один ответ имеет собственный предел. Даже большой контекст не дел">
            <a:extLst xmlns:a="http://schemas.openxmlformats.org/drawingml/2006/main">
              <a:ext uri="{FF2B5EF4-FFF2-40B4-BE49-F238E27FC236}">
                <a16:creationId xmlns:a16="http://schemas.microsoft.com/office/drawing/2014/main" id="{B79CEB3C-9C94-4D96-828E-310AB555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14600"/>
            <a:ext cx="3524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4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Один ответ имеет собственный предел. Даже большой контекст не делает ответ безграничным.</a:t>
            </a:r>
          </a:p>
        </p:txBody>
      </p:sp>
      <p:sp>
        <p:nvSpPr>
          <p:cNvPr id="37" name="Пример: короткий отчёт по папке">
            <a:extLst xmlns:a="http://schemas.openxmlformats.org/drawingml/2006/main">
              <a:ext uri="{FF2B5EF4-FFF2-40B4-BE49-F238E27FC236}">
                <a16:creationId xmlns:a16="http://schemas.microsoft.com/office/drawing/2014/main" id="{8765F453-DBA5-446C-A5F2-1FEC1BC0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623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75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Пример: короткий отчёт по папке</a:t>
            </a:r>
          </a:p>
        </p:txBody>
      </p:sp>
      <p:sp>
        <p:nvSpPr>
          <p:cNvPr id="38" name="В контекст добавляем то, что помогает задаче. Большая история не ">
            <a:extLst xmlns:a="http://schemas.openxmlformats.org/drawingml/2006/main">
              <a:ext uri="{FF2B5EF4-FFF2-40B4-BE49-F238E27FC236}">
                <a16:creationId xmlns:a16="http://schemas.microsoft.com/office/drawing/2014/main" id="{F86A295B-C4D5-4034-986C-4F6D9C9F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75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В контекст добавляем то, что помогает задаче. Большая история не гарантирует точного ответа.</a:t>
            </a:r>
          </a:p>
        </p:txBody>
      </p:sp>
      <p:sp>
        <p:nvSpPr>
          <p:cNvPr id="39" name="Шум, противоречия и устаревшие сведения увеличивают риск ошибки. ">
            <a:extLst xmlns:a="http://schemas.openxmlformats.org/drawingml/2006/main">
              <a:ext uri="{FF2B5EF4-FFF2-40B4-BE49-F238E27FC236}">
                <a16:creationId xmlns:a16="http://schemas.microsoft.com/office/drawing/2014/main" id="{C765E1E1-4D05-4548-9A7B-C1FFAFBD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Шум, противоречия и устаревшие сведения увеличивают риск ошибки. При смене задачи помогают сводка и новый чат.</a:t>
            </a:r>
          </a:p>
        </p:txBody>
      </p:sp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28">
            <a:extLst xmlns:a="http://schemas.openxmlformats.org/drawingml/2006/main">
              <a:ext uri="{FF2B5EF4-FFF2-40B4-BE49-F238E27FC236}">
                <a16:creationId xmlns:a16="http://schemas.microsoft.com/office/drawing/2014/main" id="{DA6CCFBC-31F5-4F54-A532-4DAD8A35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27</a:t>
            </a:r>
          </a:p>
        </p:txBody>
      </p:sp>
      <p:sp>
        <p:nvSpPr>
          <p:cNvPr id="2" name="Есть вопросы?">
            <a:extLst xmlns:a="http://schemas.openxmlformats.org/drawingml/2006/main">
              <a:ext uri="{FF2B5EF4-FFF2-40B4-BE49-F238E27FC236}">
                <a16:creationId xmlns:a16="http://schemas.microsoft.com/office/drawing/2014/main" id="{86564119-9A77-4AD7-978E-5F984D41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7924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1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315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Есть вопросы?</a:t>
            </a:r>
          </a:p>
        </p:txBody>
      </p:sp>
      <p:sp>
        <p:nvSpPr>
          <p:cNvPr id="3" name="Короткому поручению нужна подготовленная среда.&#10;Начнём со способа">
            <a:extLst xmlns:a="http://schemas.openxmlformats.org/drawingml/2006/main">
              <a:ext uri="{FF2B5EF4-FFF2-40B4-BE49-F238E27FC236}">
                <a16:creationId xmlns:a16="http://schemas.microsoft.com/office/drawing/2014/main" id="{93C2DFBE-927D-4BE6-B293-F1FFA6C2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95575"/>
            <a:ext cx="7791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Короткому поручению нужна подготовленная среда.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Начнём со способа выполнять работу.</a:t>
            </a:r>
          </a:p>
        </p:txBody>
      </p:sp>
      <p:sp>
        <p:nvSpPr>
          <p:cNvPr id="4" name="Дальше: skills: инструкции, примеры и исполняемый код.">
            <a:extLst xmlns:a="http://schemas.openxmlformats.org/drawingml/2006/main">
              <a:ext uri="{FF2B5EF4-FFF2-40B4-BE49-F238E27FC236}">
                <a16:creationId xmlns:a16="http://schemas.microsoft.com/office/drawing/2014/main" id="{BC26F543-1C6F-415E-98EA-0A68F352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95725"/>
            <a:ext cx="7734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Дальше: skills: инструкции, примеры и исполняемый код.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C4B54-F51E-46EB-9AFE-F001E0BB38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6fe32d5e04a60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29">
            <a:extLst xmlns:a="http://schemas.openxmlformats.org/drawingml/2006/main">
              <a:ext uri="{FF2B5EF4-FFF2-40B4-BE49-F238E27FC236}">
                <a16:creationId xmlns:a16="http://schemas.microsoft.com/office/drawing/2014/main" id="{8DAA5ECD-A20D-49BD-8DC4-1AEDAC4D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28</a:t>
            </a:r>
          </a:p>
        </p:txBody>
      </p:sp>
      <p:sp>
        <p:nvSpPr>
          <p:cNvPr id="2" name="Skills: полезный способ работы">
            <a:extLst xmlns:a="http://schemas.openxmlformats.org/drawingml/2006/main">
              <a:ext uri="{FF2B5EF4-FFF2-40B4-BE49-F238E27FC236}">
                <a16:creationId xmlns:a16="http://schemas.microsoft.com/office/drawing/2014/main" id="{38B0B85E-796E-4A5F-A024-ABF01818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7620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3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33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Skills: полезный способ работы</a:t>
            </a:r>
          </a:p>
        </p:txBody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78015BC0-8670-43DE-B0A6-A8124A37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952500" y="26479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160"/>
          </a:solidFill>
          <a:ln xmlns:a="http://schemas.openxmlformats.org/drawingml/2006/main" w="0">
            <a:noFill/>
          </a:ln>
        </p:spPr>
      </p:sp>
      <p:sp>
        <p:nvSpPr>
          <p:cNvPr id="4" name="Один раз описали процедуру,&#10;потом применяем её к новым задачам.">
            <a:extLst xmlns:a="http://schemas.openxmlformats.org/drawingml/2006/main">
              <a:ext uri="{FF2B5EF4-FFF2-40B4-BE49-F238E27FC236}">
                <a16:creationId xmlns:a16="http://schemas.microsoft.com/office/drawing/2014/main" id="{EFDBCF33-D595-475C-8873-B2EB4012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674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Один раз описали процедуру,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72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потом применяем её к новым задачам.</a:t>
            </a:r>
          </a:p>
        </p:txBody>
      </p:sp>
      <p:sp>
        <p:nvSpPr>
          <p:cNvPr id="5" name="Сейчас: понятный пример, устройство пакета и готовые skills.&#10;Зате">
            <a:extLst xmlns:a="http://schemas.openxmlformats.org/drawingml/2006/main">
              <a:ext uri="{FF2B5EF4-FFF2-40B4-BE49-F238E27FC236}">
                <a16:creationId xmlns:a16="http://schemas.microsoft.com/office/drawing/2014/main" id="{B13CC576-C79B-45BF-88AD-7201BFEE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670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Сейчас: понятный пример, устройство пакета и готовые skills.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Затем: подключение внешних систем через MCP.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D8ED3-ECBD-4BF3-A037-DD404B5DBF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8085d0427418b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30">
            <a:extLst xmlns:a="http://schemas.openxmlformats.org/drawingml/2006/main">
              <a:ext uri="{FF2B5EF4-FFF2-40B4-BE49-F238E27FC236}">
                <a16:creationId xmlns:a16="http://schemas.microsoft.com/office/drawing/2014/main" id="{FF38A3CB-9033-4E97-8C1E-B8301A3A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29</a:t>
            </a:r>
          </a:p>
        </p:txBody>
      </p:sp>
      <p:sp>
        <p:nvSpPr>
          <p:cNvPr id="2" name="Что передаёт skill">
            <a:extLst xmlns:a="http://schemas.openxmlformats.org/drawingml/2006/main">
              <a:ext uri="{FF2B5EF4-FFF2-40B4-BE49-F238E27FC236}">
                <a16:creationId xmlns:a16="http://schemas.microsoft.com/office/drawing/2014/main" id="{10A5FEC2-288E-4E59-A8A3-9190DD40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Что передаёт skill</a:t>
            </a:r>
          </a:p>
        </p:txBody>
      </p:sp>
      <p:sp>
        <p:nvSpPr>
          <p:cNvPr id="3" name="Skill объясняет, когда применять процедуру, что сделать и как про">
            <a:extLst xmlns:a="http://schemas.openxmlformats.org/drawingml/2006/main">
              <a:ext uri="{FF2B5EF4-FFF2-40B4-BE49-F238E27FC236}">
                <a16:creationId xmlns:a16="http://schemas.microsoft.com/office/drawing/2014/main" id="{90A1D95C-FD6F-441E-AAD2-A4ED9E02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Skill объясняет, когда применять процедуру, что сделать и как проверить результат.</a:t>
            </a:r>
          </a:p>
        </p:txBody>
      </p:sp>
      <p:sp>
        <p:nvSpPr>
          <p:cNvPr id="4" name="Skill объясняет способ выполнить работу.">
            <a:extLst xmlns:a="http://schemas.openxmlformats.org/drawingml/2006/main">
              <a:ext uri="{FF2B5EF4-FFF2-40B4-BE49-F238E27FC236}">
                <a16:creationId xmlns:a16="http://schemas.microsoft.com/office/drawing/2014/main" id="{A548E0B8-7DC8-462D-AF50-08ADF420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7829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6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Skill объясняет способ выполнить работу.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5BDF7095-60A4-4BD0-A654-31B872D8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6" name="Когда использовать">
            <a:extLst xmlns:a="http://schemas.openxmlformats.org/drawingml/2006/main">
              <a:ext uri="{FF2B5EF4-FFF2-40B4-BE49-F238E27FC236}">
                <a16:creationId xmlns:a16="http://schemas.microsoft.com/office/drawing/2014/main" id="{7572A43C-9FE3-4867-8BBF-6FF8CC52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Когда использовать</a:t>
            </a:r>
          </a:p>
        </p:txBody>
      </p:sp>
      <p:sp>
        <p:nvSpPr>
          <p:cNvPr id="7" name="Описание помогает выбрать подходящий сценарий.">
            <a:extLst xmlns:a="http://schemas.openxmlformats.org/drawingml/2006/main">
              <a:ext uri="{FF2B5EF4-FFF2-40B4-BE49-F238E27FC236}">
                <a16:creationId xmlns:a16="http://schemas.microsoft.com/office/drawing/2014/main" id="{9C1678B4-BE9E-41D2-A593-486B6FCF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2514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Описание помогает выбрать подходящий сценарий.</a:t>
            </a:r>
          </a:p>
        </p:txBody>
      </p:sp>
      <p:sp>
        <p:nvSpPr>
          <p:cNvPr id="8" name="2">
            <a:extLst xmlns:a="http://schemas.openxmlformats.org/drawingml/2006/main">
              <a:ext uri="{FF2B5EF4-FFF2-40B4-BE49-F238E27FC236}">
                <a16:creationId xmlns:a16="http://schemas.microsoft.com/office/drawing/2014/main" id="{49D22995-D010-4843-9D43-9081D0C8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47875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9" name="Как выполнить">
            <a:extLst xmlns:a="http://schemas.openxmlformats.org/drawingml/2006/main">
              <a:ext uri="{FF2B5EF4-FFF2-40B4-BE49-F238E27FC236}">
                <a16:creationId xmlns:a16="http://schemas.microsoft.com/office/drawing/2014/main" id="{EF5AA7DA-1D9B-4A8A-A368-D030DE5D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955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Как выполнить</a:t>
            </a:r>
          </a:p>
        </p:txBody>
      </p:sp>
      <p:sp>
        <p:nvSpPr>
          <p:cNvPr id="10" name="Шаги, справки, примеры и при необходимости скрипты.">
            <a:extLst xmlns:a="http://schemas.openxmlformats.org/drawingml/2006/main">
              <a:ext uri="{FF2B5EF4-FFF2-40B4-BE49-F238E27FC236}">
                <a16:creationId xmlns:a16="http://schemas.microsoft.com/office/drawing/2014/main" id="{E57A0F37-1EE6-4906-8AA8-A671ADFC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09925"/>
            <a:ext cx="2514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Шаги, справки, примеры и при необходимости скрипты.</a:t>
            </a:r>
          </a:p>
        </p:txBody>
      </p:sp>
      <p:sp>
        <p:nvSpPr>
          <p:cNvPr id="11" name="3">
            <a:extLst xmlns:a="http://schemas.openxmlformats.org/drawingml/2006/main">
              <a:ext uri="{FF2B5EF4-FFF2-40B4-BE49-F238E27FC236}">
                <a16:creationId xmlns:a16="http://schemas.microsoft.com/office/drawing/2014/main" id="{765707F0-579B-4E53-9E4E-D7146494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47875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2" name="Что вернуть">
            <a:extLst xmlns:a="http://schemas.openxmlformats.org/drawingml/2006/main">
              <a:ext uri="{FF2B5EF4-FFF2-40B4-BE49-F238E27FC236}">
                <a16:creationId xmlns:a16="http://schemas.microsoft.com/office/drawing/2014/main" id="{D4DBCB46-1632-43AC-9871-8C0B8C23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955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Что вернуть</a:t>
            </a:r>
          </a:p>
        </p:txBody>
      </p:sp>
      <p:sp>
        <p:nvSpPr>
          <p:cNvPr id="13" name="Ожидаемый результат, проверки и честные ограничения.">
            <a:extLst xmlns:a="http://schemas.openxmlformats.org/drawingml/2006/main">
              <a:ext uri="{FF2B5EF4-FFF2-40B4-BE49-F238E27FC236}">
                <a16:creationId xmlns:a16="http://schemas.microsoft.com/office/drawing/2014/main" id="{AF990B66-3FBA-4DB8-BE41-1FE76DF4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09925"/>
            <a:ext cx="2514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Ожидаемый результат, проверки и честные ограничения.</a:t>
            </a:r>
          </a:p>
        </p:txBody>
      </p:sp>
      <p:sp>
        <p:nvSpPr>
          <p:cNvPr id="14" name="Источник: agentskills.io">
            <a:extLst xmlns:a="http://schemas.openxmlformats.org/drawingml/2006/main">
              <a:ext uri="{FF2B5EF4-FFF2-40B4-BE49-F238E27FC236}">
                <a16:creationId xmlns:a16="http://schemas.microsoft.com/office/drawing/2014/main" id="{89631075-BE5F-4B04-BE66-BDE00581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026433d1e0454007"/>
              </a:rPr>
              <a:t>Источник: agentskills.io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9A0A58-2849-491E-AF9E-91D4F24683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1dd94ba9a41df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31">
            <a:extLst xmlns:a="http://schemas.openxmlformats.org/drawingml/2006/main">
              <a:ext uri="{FF2B5EF4-FFF2-40B4-BE49-F238E27FC236}">
                <a16:creationId xmlns:a16="http://schemas.microsoft.com/office/drawing/2014/main" id="{F5191A78-7382-4E08-ACE6-5971CDF0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30</a:t>
            </a:r>
          </a:p>
        </p:txBody>
      </p:sp>
      <p:sp>
        <p:nvSpPr>
          <p:cNvPr id="2" name="Реальный skill: воспроизвести баг в n8n">
            <a:extLst xmlns:a="http://schemas.openxmlformats.org/drawingml/2006/main">
              <a:ext uri="{FF2B5EF4-FFF2-40B4-BE49-F238E27FC236}">
                <a16:creationId xmlns:a16="http://schemas.microsoft.com/office/drawing/2014/main" id="{D335A2B2-1038-47C5-B1A2-95340408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Реальный skill: воспроизвести баг в n8n</a:t>
            </a:r>
          </a:p>
        </p:txBody>
      </p:sp>
      <p:sp>
        <p:nvSpPr>
          <p:cNvPr id="3" name="n8n публикует процедуру reproduce-bug для разработки самого n8n. ">
            <a:extLst xmlns:a="http://schemas.openxmlformats.org/drawingml/2006/main">
              <a:ext uri="{FF2B5EF4-FFF2-40B4-BE49-F238E27FC236}">
                <a16:creationId xmlns:a16="http://schemas.microsoft.com/office/drawing/2014/main" id="{F0A18C1F-13DB-4793-A888-EB6F35EA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n8n публикует процедуру reproduce-bug для разработки самого n8n. На входе — полное описание ошибки из тикета.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543E191D-F4FA-4B6C-91A1-7DDAA2BA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5" name="Разобрать жалобу">
            <a:extLst xmlns:a="http://schemas.openxmlformats.org/drawingml/2006/main">
              <a:ext uri="{FF2B5EF4-FFF2-40B4-BE49-F238E27FC236}">
                <a16:creationId xmlns:a16="http://schemas.microsoft.com/office/drawing/2014/main" id="{3FC2717E-2AE1-4CF2-9697-B2E18A3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Разобрать жалобу</a:t>
            </a:r>
          </a:p>
        </p:txBody>
      </p:sp>
      <p:sp>
        <p:nvSpPr>
          <p:cNvPr id="6" name="Установить ожидаемое поведение и условия воспроизведения.">
            <a:extLst xmlns:a="http://schemas.openxmlformats.org/drawingml/2006/main">
              <a:ext uri="{FF2B5EF4-FFF2-40B4-BE49-F238E27FC236}">
                <a16:creationId xmlns:a16="http://schemas.microsoft.com/office/drawing/2014/main" id="{A934BE75-596C-486C-9CA7-830ADD57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828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Установить ожидаемое поведение и условия воспроизведения.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5C27349B-94ED-47A6-AE37-147D51A9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8" name="Найти нужный слой">
            <a:extLst xmlns:a="http://schemas.openxmlformats.org/drawingml/2006/main">
              <a:ext uri="{FF2B5EF4-FFF2-40B4-BE49-F238E27FC236}">
                <a16:creationId xmlns:a16="http://schemas.microsoft.com/office/drawing/2014/main" id="{9203550F-E211-4EF1-A51E-B08AC897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6695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Найти нужный слой</a:t>
            </a:r>
          </a:p>
        </p:txBody>
      </p:sp>
      <p:sp>
        <p:nvSpPr>
          <p:cNvPr id="9" name="Выбрать unit, integration или E2E по месту дефекта и правилам про">
            <a:extLst xmlns:a="http://schemas.openxmlformats.org/drawingml/2006/main">
              <a:ext uri="{FF2B5EF4-FFF2-40B4-BE49-F238E27FC236}">
                <a16:creationId xmlns:a16="http://schemas.microsoft.com/office/drawing/2014/main" id="{1895FE58-0091-46FF-A5B4-C720A2A2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67050"/>
            <a:ext cx="1828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Выбрать unit, integration или E2E по месту дефекта и правилам проекта.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6875FE6A-FCF9-4B73-9EE8-5DCBCBEA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1" name="Написать тест">
            <a:extLst xmlns:a="http://schemas.openxmlformats.org/drawingml/2006/main">
              <a:ext uri="{FF2B5EF4-FFF2-40B4-BE49-F238E27FC236}">
                <a16:creationId xmlns:a16="http://schemas.microsoft.com/office/drawing/2014/main" id="{B13A65DA-7694-459E-BBD9-B808C457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Написать тест</a:t>
            </a:r>
          </a:p>
        </p:txBody>
      </p:sp>
      <p:sp>
        <p:nvSpPr>
          <p:cNvPr id="12" name="Воспроизвести проблему и получить ожидаемое падение.">
            <a:extLst xmlns:a="http://schemas.openxmlformats.org/drawingml/2006/main">
              <a:ext uri="{FF2B5EF4-FFF2-40B4-BE49-F238E27FC236}">
                <a16:creationId xmlns:a16="http://schemas.microsoft.com/office/drawing/2014/main" id="{C1BD94C6-77B4-49EF-B010-8BBF9C3D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1828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Воспроизвести проблему и получить ожидаемое падение.</a:t>
            </a:r>
          </a:p>
        </p:txBody>
      </p:sp>
      <p:sp>
        <p:nvSpPr>
          <p:cNvPr id="13" name="4">
            <a:extLst xmlns:a="http://schemas.openxmlformats.org/drawingml/2006/main">
              <a:ext uri="{FF2B5EF4-FFF2-40B4-BE49-F238E27FC236}">
                <a16:creationId xmlns:a16="http://schemas.microsoft.com/office/drawing/2014/main" id="{D138B1B8-7D71-4978-A3B9-1547092C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14" name="Вернуть доказательство">
            <a:extLst xmlns:a="http://schemas.openxmlformats.org/drawingml/2006/main">
              <a:ext uri="{FF2B5EF4-FFF2-40B4-BE49-F238E27FC236}">
                <a16:creationId xmlns:a16="http://schemas.microsoft.com/office/drawing/2014/main" id="{97F57E10-FF83-4AAA-8F3F-15B402C3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6695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Вернуть доказательство</a:t>
            </a:r>
          </a:p>
        </p:txBody>
      </p:sp>
      <p:sp>
        <p:nvSpPr>
          <p:cNvPr id="15" name="Показать тест, команду и причину падения. Сам продукт этот skill ">
            <a:extLst xmlns:a="http://schemas.openxmlformats.org/drawingml/2006/main">
              <a:ext uri="{FF2B5EF4-FFF2-40B4-BE49-F238E27FC236}">
                <a16:creationId xmlns:a16="http://schemas.microsoft.com/office/drawing/2014/main" id="{122B04B0-3312-4440-90F7-E22B544B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67050"/>
            <a:ext cx="1828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Показать тест, команду и причину падения. Сам продукт этот skill не исправляет.</a:t>
            </a:r>
          </a:p>
        </p:txBody>
      </p:sp>
      <p:sp>
        <p:nvSpPr>
          <p:cNvPr id="16" name="Открыть reproduce-bug / SKILL.md">
            <a:extLst xmlns:a="http://schemas.openxmlformats.org/drawingml/2006/main">
              <a:ext uri="{FF2B5EF4-FFF2-40B4-BE49-F238E27FC236}">
                <a16:creationId xmlns:a16="http://schemas.microsoft.com/office/drawing/2014/main" id="{D5975607-5240-410A-8A48-2897C78C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10ca18583f3b4ebd"/>
              </a:rPr>
              <a:t>Открыть reproduce-bug / SKILL.md</a:t>
            </a:r>
          </a:p>
        </p:txBody>
      </p:sp>
      <p:sp>
        <p:nvSpPr>
          <p:cNvPr id="17" name="Ценность процедуры: одинаковые вход, границы и результат. Это ski">
            <a:extLst xmlns:a="http://schemas.openxmlformats.org/drawingml/2006/main">
              <a:ext uri="{FF2B5EF4-FFF2-40B4-BE49-F238E27FC236}">
                <a16:creationId xmlns:a16="http://schemas.microsoft.com/office/drawing/2014/main" id="{C2E5474C-0DAA-417D-B98B-FC918702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Ценность процедуры: одинаковые вход, границы и результат. Это skill для кода n8n, не конструктор пользовательских workflow.</a:t>
            </a:r>
          </a:p>
        </p:txBody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58A3AA-9BD3-4F36-9DED-61E1157627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ca2c2f3b2453d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32">
            <a:extLst xmlns:a="http://schemas.openxmlformats.org/drawingml/2006/main">
              <a:ext uri="{FF2B5EF4-FFF2-40B4-BE49-F238E27FC236}">
                <a16:creationId xmlns:a16="http://schemas.microsoft.com/office/drawing/2014/main" id="{929ACC19-0E37-47DC-82DA-6612CEC1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31</a:t>
            </a:r>
          </a:p>
        </p:txBody>
      </p:sp>
      <p:sp>
        <p:nvSpPr>
          <p:cNvPr id="2" name="Skill может содержать тысячи строк кода">
            <a:extLst xmlns:a="http://schemas.openxmlformats.org/drawingml/2006/main">
              <a:ext uri="{FF2B5EF4-FFF2-40B4-BE49-F238E27FC236}">
                <a16:creationId xmlns:a16="http://schemas.microsoft.com/office/drawing/2014/main" id="{BD35F4AE-AE3A-4BAA-95B4-2E86CC6B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Skill может содержать тысячи строк кода</a:t>
            </a:r>
          </a:p>
        </p:txBody>
      </p:sp>
      <p:sp>
        <p:nvSpPr>
          <p:cNvPr id="3" name="Реальный установленный пакет SkillStore v23.0.0: каталог, версии,">
            <a:extLst xmlns:a="http://schemas.openxmlformats.org/drawingml/2006/main">
              <a:ext uri="{FF2B5EF4-FFF2-40B4-BE49-F238E27FC236}">
                <a16:creationId xmlns:a16="http://schemas.microsoft.com/office/drawing/2014/main" id="{930E9360-E0E3-4F2E-AFF4-5B371CBE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Реальный установленный пакет SkillStore v23.0.0: каталог, версии, доставка skills и диагностика.</a:t>
            </a:r>
          </a:p>
        </p:txBody>
      </p:sp>
      <p:sp>
        <p:nvSpPr>
          <p:cNvPr id="4" name="Инструкция направляет агента. Основную логику выполняют скрипты.">
            <a:extLst xmlns:a="http://schemas.openxmlformats.org/drawingml/2006/main">
              <a:ext uri="{FF2B5EF4-FFF2-40B4-BE49-F238E27FC236}">
                <a16:creationId xmlns:a16="http://schemas.microsoft.com/office/drawing/2014/main" id="{2CE15F9A-0575-42AC-9CBF-7FB7F942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7829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6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Инструкция направляет агента. Основную логику выполняют скрипты.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3E8A823F-5F02-4C13-9733-2CC7C283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6" name="235 строк">
            <a:extLst xmlns:a="http://schemas.openxmlformats.org/drawingml/2006/main">
              <a:ext uri="{FF2B5EF4-FFF2-40B4-BE49-F238E27FC236}">
                <a16:creationId xmlns:a16="http://schemas.microsoft.com/office/drawing/2014/main" id="{03A934FD-BC03-4465-BF03-C85E2E1F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235 строк</a:t>
            </a:r>
          </a:p>
        </p:txBody>
      </p:sp>
      <p:sp>
        <p:nvSpPr>
          <p:cNvPr id="7" name="SKILL.md: когда применять, какой справочник читать и какую команд">
            <a:extLst xmlns:a="http://schemas.openxmlformats.org/drawingml/2006/main">
              <a:ext uri="{FF2B5EF4-FFF2-40B4-BE49-F238E27FC236}">
                <a16:creationId xmlns:a16="http://schemas.microsoft.com/office/drawing/2014/main" id="{055AEA77-CA81-43C0-89DB-6FBC0629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2514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SKILL.md: когда применять, какой справочник читать и какую команду выбрать.</a:t>
            </a:r>
          </a:p>
        </p:txBody>
      </p:sp>
      <p:sp>
        <p:nvSpPr>
          <p:cNvPr id="8" name="2">
            <a:extLst xmlns:a="http://schemas.openxmlformats.org/drawingml/2006/main">
              <a:ext uri="{FF2B5EF4-FFF2-40B4-BE49-F238E27FC236}">
                <a16:creationId xmlns:a16="http://schemas.microsoft.com/office/drawing/2014/main" id="{988F9F0A-6550-4C32-B546-E2D85901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47875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9" name="7 378 строк">
            <a:extLst xmlns:a="http://schemas.openxmlformats.org/drawingml/2006/main">
              <a:ext uri="{FF2B5EF4-FFF2-40B4-BE49-F238E27FC236}">
                <a16:creationId xmlns:a16="http://schemas.microsoft.com/office/drawing/2014/main" id="{3D2F044E-F3FC-4758-AA26-C3DF3DCD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955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7 378 строк</a:t>
            </a:r>
          </a:p>
        </p:txBody>
      </p:sp>
      <p:sp>
        <p:nvSpPr>
          <p:cNvPr id="10" name="10 собственных скриптов: API-клиент, авторизация, диагностика и а">
            <a:extLst xmlns:a="http://schemas.openxmlformats.org/drawingml/2006/main">
              <a:ext uri="{FF2B5EF4-FFF2-40B4-BE49-F238E27FC236}">
                <a16:creationId xmlns:a16="http://schemas.microsoft.com/office/drawing/2014/main" id="{97981DA1-4B6A-4833-B4B6-07870C14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09925"/>
            <a:ext cx="2514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10 собственных скриптов: API-клиент, авторизация, диагностика и адаптеры платформ.</a:t>
            </a:r>
          </a:p>
        </p:txBody>
      </p:sp>
      <p:sp>
        <p:nvSpPr>
          <p:cNvPr id="11" name="3">
            <a:extLst xmlns:a="http://schemas.openxmlformats.org/drawingml/2006/main">
              <a:ext uri="{FF2B5EF4-FFF2-40B4-BE49-F238E27FC236}">
                <a16:creationId xmlns:a16="http://schemas.microsoft.com/office/drawing/2014/main" id="{D1976677-1E47-4079-ADB0-E76974F5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47875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2" name="1 247 строк">
            <a:extLst xmlns:a="http://schemas.openxmlformats.org/drawingml/2006/main">
              <a:ext uri="{FF2B5EF4-FFF2-40B4-BE49-F238E27FC236}">
                <a16:creationId xmlns:a16="http://schemas.microsoft.com/office/drawing/2014/main" id="{B7653C72-B618-483D-AC85-05D9E85C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955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1 247 строк</a:t>
            </a:r>
          </a:p>
        </p:txBody>
      </p:sp>
      <p:sp>
        <p:nvSpPr>
          <p:cNvPr id="13" name="12 других Markdown-файлов: инструкции и справки по отдельным зада">
            <a:extLst xmlns:a="http://schemas.openxmlformats.org/drawingml/2006/main">
              <a:ext uri="{FF2B5EF4-FFF2-40B4-BE49-F238E27FC236}">
                <a16:creationId xmlns:a16="http://schemas.microsoft.com/office/drawing/2014/main" id="{43236E16-76F0-4F14-8572-6086987E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09925"/>
            <a:ext cx="2514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12 других Markdown-файлов: инструкции и справки по отдельным задачам.</a:t>
            </a:r>
          </a:p>
        </p:txBody>
      </p:sp>
      <p:sp>
        <p:nvSpPr>
          <p:cNvPr id="14" name="Спецификация: scripts, references и assets">
            <a:extLst xmlns:a="http://schemas.openxmlformats.org/drawingml/2006/main">
              <a:ext uri="{FF2B5EF4-FFF2-40B4-BE49-F238E27FC236}">
                <a16:creationId xmlns:a16="http://schemas.microsoft.com/office/drawing/2014/main" id="{FBA91259-8380-440F-88AC-8B03EB47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9cf1b2f4949a4d5f"/>
              </a:rPr>
              <a:t>Спецификация: scripts, references и assets</a:t>
            </a:r>
          </a:p>
        </p:txBody>
      </p:sp>
      <p:sp>
        <p:nvSpPr>
          <p:cNvPr id="15" name="Локальный снимок 27.09.2026. Физические строки с комментариями и ">
            <a:extLst xmlns:a="http://schemas.openxmlformats.org/drawingml/2006/main">
              <a:ext uri="{FF2B5EF4-FFF2-40B4-BE49-F238E27FC236}">
                <a16:creationId xmlns:a16="http://schemas.microsoft.com/office/drawing/2014/main" id="{CA75C97B-E6AA-4300-8D49-06B82599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Локальный снимок 27.09.2026. Физические строки с комментариями и пустыми строками, без зависимостей.</a:t>
            </a:r>
          </a:p>
        </p:txBody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536B82-B1A4-45F0-AEDF-6BA9E91761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5a8e4a50e4b61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33">
            <a:extLst xmlns:a="http://schemas.openxmlformats.org/drawingml/2006/main">
              <a:ext uri="{FF2B5EF4-FFF2-40B4-BE49-F238E27FC236}">
                <a16:creationId xmlns:a16="http://schemas.microsoft.com/office/drawing/2014/main" id="{4FDDC124-E00B-4E79-9F30-10EA78F3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32</a:t>
            </a:r>
          </a:p>
        </p:txBody>
      </p:sp>
      <p:sp>
        <p:nvSpPr>
          <p:cNvPr id="2" name="Анатомия skill и загрузка в контекст">
            <a:extLst xmlns:a="http://schemas.openxmlformats.org/drawingml/2006/main">
              <a:ext uri="{FF2B5EF4-FFF2-40B4-BE49-F238E27FC236}">
                <a16:creationId xmlns:a16="http://schemas.microsoft.com/office/drawing/2014/main" id="{60CF9881-363C-4172-8373-98E882A6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Анатомия skill и загрузка в контекст</a:t>
            </a:r>
          </a:p>
        </p:txBody>
      </p:sp>
      <p:sp>
        <p:nvSpPr>
          <p:cNvPr id="3" name="Учебный фрагмент. Пакет лежит на диске целиком, в контекст попада">
            <a:extLst xmlns:a="http://schemas.openxmlformats.org/drawingml/2006/main">
              <a:ext uri="{FF2B5EF4-FFF2-40B4-BE49-F238E27FC236}">
                <a16:creationId xmlns:a16="http://schemas.microsoft.com/office/drawing/2014/main" id="{07BF62F0-5121-4029-A8F8-26821F62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Учебный фрагмент. Пакет лежит на диске целиком, в контекст попадает нужная часть по мере работы.</a:t>
            </a:r>
          </a:p>
        </p:txBody>
      </p:sp>
      <p:sp>
        <p:nvSpPr>
          <p:cNvPr id="4" name="ПАКЕТ SKILL">
            <a:extLst xmlns:a="http://schemas.openxmlformats.org/drawingml/2006/main">
              <a:ext uri="{FF2B5EF4-FFF2-40B4-BE49-F238E27FC236}">
                <a16:creationId xmlns:a16="http://schemas.microsoft.com/office/drawing/2014/main" id="{46547442-AC76-4CB8-86AD-163D27F8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0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ПАКЕТ SKILL</a:t>
            </a:r>
          </a:p>
        </p:txBody>
      </p:sp>
      <p:sp>
        <p:nvSpPr>
          <p:cNvPr id="5" name="SKILL.md">
            <a:extLst xmlns:a="http://schemas.openxmlformats.org/drawingml/2006/main">
              <a:ext uri="{FF2B5EF4-FFF2-40B4-BE49-F238E27FC236}">
                <a16:creationId xmlns:a16="http://schemas.microsoft.com/office/drawing/2014/main" id="{0CFF2471-0CA7-40C1-92E0-D4BFFB66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3714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SKILL.md</a:t>
            </a:r>
          </a:p>
        </p:txBody>
      </p:sp>
      <p:sp>
        <p:nvSpPr>
          <p:cNvPr id="6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1C59F895-C991-4668-948C-07F8CEDC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019300"/>
            <a:ext cx="37147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F3"/>
          </a:solidFill>
          <a:ln xmlns:a="http://schemas.openxmlformats.org/drawingml/2006/main" w="0">
            <a:noFill/>
          </a:ln>
        </p:spPr>
      </p:sp>
      <p:sp>
        <p:nvSpPr>
          <p:cNvPr id="7" name="---&#10;name: reproduce-bug&#10;description: Reproduce a bug with a faili">
            <a:extLst xmlns:a="http://schemas.openxmlformats.org/drawingml/2006/main">
              <a:ext uri="{FF2B5EF4-FFF2-40B4-BE49-F238E27FC236}">
                <a16:creationId xmlns:a16="http://schemas.microsoft.com/office/drawing/2014/main" id="{560708BF-9EE9-4320-AF6D-8C2935F6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---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name: reproduce-bug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description: Reproduce a bug with a failing test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---</a:t>
            </a:r>
          </a:p>
        </p:txBody>
      </p:sp>
      <p:sp>
        <p:nvSpPr>
          <p:cNvPr id="8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DAC91D41-CA14-481D-ABCE-90B8C4F0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933700"/>
            <a:ext cx="3714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9" name="# Procedure&#10;Read the contract and project examples.&#10;Write a regre">
            <a:extLst xmlns:a="http://schemas.openxmlformats.org/drawingml/2006/main">
              <a:ext uri="{FF2B5EF4-FFF2-40B4-BE49-F238E27FC236}">
                <a16:creationId xmlns:a16="http://schemas.microsoft.com/office/drawing/2014/main" id="{9A8FE6E6-E3D2-4B93-82C3-DA5C2138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# Procedure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Read the contract and project examples.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Write a regression test.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Run it and report the failure.</a:t>
            </a:r>
          </a:p>
        </p:txBody>
      </p:sp>
      <p:sp>
        <p:nvSpPr>
          <p:cNvPr id="10" name="references/   подробные правила&#10;scripts/      исполняемый код&#10;ass">
            <a:extLst xmlns:a="http://schemas.openxmlformats.org/drawingml/2006/main">
              <a:ext uri="{FF2B5EF4-FFF2-40B4-BE49-F238E27FC236}">
                <a16:creationId xmlns:a16="http://schemas.microsoft.com/office/drawing/2014/main" id="{D4664BD8-28D4-46CB-9B95-B4E6102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814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references/   подробные правила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scripts/      исполняемый код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assets/       шаблоны и данные</a:t>
            </a:r>
          </a:p>
        </p:txBody>
      </p:sp>
      <p:sp>
        <p:nvSpPr>
          <p:cNvPr id="11" name="ЗАГРУЗКА В КОНТЕКСТ">
            <a:extLst xmlns:a="http://schemas.openxmlformats.org/drawingml/2006/main">
              <a:ext uri="{FF2B5EF4-FFF2-40B4-BE49-F238E27FC236}">
                <a16:creationId xmlns:a16="http://schemas.microsoft.com/office/drawing/2014/main" id="{3E50E1A6-0601-4BFE-AEE6-41B3F0FB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47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0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ЗАГРУЗКА В КОНТЕКСТ</a:t>
            </a:r>
          </a:p>
        </p:txBody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62F04E78-5BAF-4054-AEC4-F2FA1DC3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7526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13" name="При выборе">
            <a:extLst xmlns:a="http://schemas.openxmlformats.org/drawingml/2006/main">
              <a:ext uri="{FF2B5EF4-FFF2-40B4-BE49-F238E27FC236}">
                <a16:creationId xmlns:a16="http://schemas.microsoft.com/office/drawing/2014/main" id="{ED109D2B-29B4-4997-81BC-EDC3FE56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762125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57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При выборе</a:t>
            </a:r>
          </a:p>
        </p:txBody>
      </p:sp>
      <p:sp>
        <p:nvSpPr>
          <p:cNvPr id="14" name="name и description помогают найти подходящий skill.">
            <a:extLst xmlns:a="http://schemas.openxmlformats.org/drawingml/2006/main">
              <a:ext uri="{FF2B5EF4-FFF2-40B4-BE49-F238E27FC236}">
                <a16:creationId xmlns:a16="http://schemas.microsoft.com/office/drawing/2014/main" id="{F4931F92-7222-4B45-ADA1-D948FFDE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0478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name и description помогают найти подходящий skill.</a:t>
            </a:r>
          </a:p>
        </p:txBody>
      </p:sp>
      <p:sp>
        <p:nvSpPr>
          <p:cNvPr id="15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A579B2DC-2339-4C21-BD80-F4270C58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238125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F3"/>
          </a:solidFill>
          <a:ln xmlns:a="http://schemas.openxmlformats.org/drawingml/2006/main" w="0">
            <a:noFill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ABC4F0BB-9A72-4C4B-A0B8-E7F3F593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17" name="После активации">
            <a:extLst xmlns:a="http://schemas.openxmlformats.org/drawingml/2006/main">
              <a:ext uri="{FF2B5EF4-FFF2-40B4-BE49-F238E27FC236}">
                <a16:creationId xmlns:a16="http://schemas.microsoft.com/office/drawing/2014/main" id="{3D7F6EB2-260E-43D3-9C44-B9ED1C93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81275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57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После активации</a:t>
            </a:r>
          </a:p>
        </p:txBody>
      </p:sp>
      <p:sp>
        <p:nvSpPr>
          <p:cNvPr id="18" name="Подгружается основная инструкция SKILL.md.">
            <a:extLst xmlns:a="http://schemas.openxmlformats.org/drawingml/2006/main">
              <a:ext uri="{FF2B5EF4-FFF2-40B4-BE49-F238E27FC236}">
                <a16:creationId xmlns:a16="http://schemas.microsoft.com/office/drawing/2014/main" id="{349A65BD-DBA1-43EE-86DF-6F47F0CA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6702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Подгружается основная инструкция SKILL.md.</a:t>
            </a:r>
          </a:p>
        </p:txBody>
      </p:sp>
      <p:sp>
        <p:nvSpPr>
          <p:cNvPr id="19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8BD7E180-4ECB-4F99-A6E7-38D41D04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3200400"/>
            <a:ext cx="1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F3"/>
          </a:solidFill>
          <a:ln xmlns:a="http://schemas.openxmlformats.org/drawingml/2006/main" w="0">
            <a:noFill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695CAD2E-8E87-459C-BBE3-BE6C440D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909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1" name="По необходимости">
            <a:extLst xmlns:a="http://schemas.openxmlformats.org/drawingml/2006/main">
              <a:ext uri="{FF2B5EF4-FFF2-40B4-BE49-F238E27FC236}">
                <a16:creationId xmlns:a16="http://schemas.microsoft.com/office/drawing/2014/main" id="{08ADE2DC-1CB0-4D9F-81AB-03ECD5D2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00425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57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По необходимости</a:t>
            </a:r>
          </a:p>
        </p:txBody>
      </p:sp>
      <p:sp>
        <p:nvSpPr>
          <p:cNvPr id="22" name="Читаются справки. Скрипт выполняется; в контекст приходит его рез">
            <a:extLst xmlns:a="http://schemas.openxmlformats.org/drawingml/2006/main">
              <a:ext uri="{FF2B5EF4-FFF2-40B4-BE49-F238E27FC236}">
                <a16:creationId xmlns:a16="http://schemas.microsoft.com/office/drawing/2014/main" id="{F312B9E6-839C-439A-B989-7B05DF67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6861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Читаются справки. Скрипт выполняется; в контекст приходит его результат.</a:t>
            </a:r>
          </a:p>
        </p:txBody>
      </p:sp>
      <p:sp>
        <p:nvSpPr>
          <p:cNvPr id="23" name="Как это делает OpenCode">
            <a:extLst xmlns:a="http://schemas.openxmlformats.org/drawingml/2006/main">
              <a:ext uri="{FF2B5EF4-FFF2-40B4-BE49-F238E27FC236}">
                <a16:creationId xmlns:a16="http://schemas.microsoft.com/office/drawing/2014/main" id="{A23C1585-A58E-4BFA-A240-200E7070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89591648d48940f7"/>
              </a:rPr>
              <a:t>Как это делает OpenCode</a:t>
            </a:r>
          </a:p>
        </p:txBody>
      </p:sp>
      <p:sp>
        <p:nvSpPr>
          <p:cNvPr id="24" name="Пример исполняемого skill">
            <a:extLst xmlns:a="http://schemas.openxmlformats.org/drawingml/2006/main">
              <a:ext uri="{FF2B5EF4-FFF2-40B4-BE49-F238E27FC236}">
                <a16:creationId xmlns:a16="http://schemas.microsoft.com/office/drawing/2014/main" id="{1A400EE2-EA49-47B1-82D9-629E9CB9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767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4f3cd3073ad34c18"/>
              </a:rPr>
              <a:t>Пример исполняемого skill</a:t>
            </a:r>
          </a:p>
        </p:txBody>
      </p:sp>
      <p:sp>
        <p:nvSpPr>
          <p:cNvPr id="25" name="Типовая progressive disclosure. Точный способ обнаружения и загру">
            <a:extLst xmlns:a="http://schemas.openxmlformats.org/drawingml/2006/main">
              <a:ext uri="{FF2B5EF4-FFF2-40B4-BE49-F238E27FC236}">
                <a16:creationId xmlns:a16="http://schemas.microsoft.com/office/drawing/2014/main" id="{C5C0CA6D-769A-45F9-84EF-1FDC2311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Типовая progressive disclosure. Точный способ обнаружения и загрузки задаёт клиент; весь каталог не обязан попадать в prompt.</a:t>
            </a:r>
          </a:p>
        </p:txBody>
      </p:sp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D3E4AE-4842-489B-A781-8D14E92F60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cab2d69c84fcd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34">
            <a:extLst xmlns:a="http://schemas.openxmlformats.org/drawingml/2006/main">
              <a:ext uri="{FF2B5EF4-FFF2-40B4-BE49-F238E27FC236}">
                <a16:creationId xmlns:a16="http://schemas.microsoft.com/office/drawing/2014/main" id="{448EB2D4-33D5-4CEB-8472-B259DB36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33</a:t>
            </a:r>
          </a:p>
        </p:txBody>
      </p:sp>
      <p:sp>
        <p:nvSpPr>
          <p:cNvPr id="2" name="Что написать в хорошем skill">
            <a:extLst xmlns:a="http://schemas.openxmlformats.org/drawingml/2006/main">
              <a:ext uri="{FF2B5EF4-FFF2-40B4-BE49-F238E27FC236}">
                <a16:creationId xmlns:a16="http://schemas.microsoft.com/office/drawing/2014/main" id="{94F0A899-EB44-45CA-8B8E-609FFE21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Что написать в хорошем skill</a:t>
            </a:r>
          </a:p>
        </p:txBody>
      </p:sp>
      <p:sp>
        <p:nvSpPr>
          <p:cNvPr id="3" name="Вход: требование, diff, примеры тестов.&#10;Шаги: прочитай контракт →">
            <a:extLst xmlns:a="http://schemas.openxmlformats.org/drawingml/2006/main">
              <a:ext uri="{FF2B5EF4-FFF2-40B4-BE49-F238E27FC236}">
                <a16:creationId xmlns:a16="http://schemas.microsoft.com/office/drawing/2014/main" id="{8CA8E244-F1B4-4FAC-8FD2-D0667374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79248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Вход: требование, diff, примеры тестов.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Шаги: прочитай контракт → выбери случаи → проверь.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Границы: не меняй продукт ради зелёного теста.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Проверка: команда, exit code и фактический результат.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Ответ: что проверено, что сломано, что неизвестно.</a:t>
            </a:r>
          </a:p>
        </p:txBody>
      </p:sp>
      <p:sp>
        <p:nvSpPr>
          <p:cNvPr id="4" name="На примере тестов: у процедуры есть вход, границы и наблюдаемый р">
            <a:extLst xmlns:a="http://schemas.openxmlformats.org/drawingml/2006/main">
              <a:ext uri="{FF2B5EF4-FFF2-40B4-BE49-F238E27FC236}">
                <a16:creationId xmlns:a16="http://schemas.microsoft.com/office/drawing/2014/main" id="{803EA125-D53B-454A-B13B-F36F763C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7858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На примере тестов: у процедуры есть вход, границы и наблюдаемый результат.</a:t>
            </a:r>
          </a:p>
        </p:txBody>
      </p:sp>
      <p:sp>
        <p:nvSpPr>
          <p:cNvPr id="5" name="Как писать и проверять skills">
            <a:extLst xmlns:a="http://schemas.openxmlformats.org/drawingml/2006/main">
              <a:ext uri="{FF2B5EF4-FFF2-40B4-BE49-F238E27FC236}">
                <a16:creationId xmlns:a16="http://schemas.microsoft.com/office/drawing/2014/main" id="{59622B26-F6E6-463E-BE10-E55F64A8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a007004f9fff449e"/>
              </a:rPr>
              <a:t>Как писать и проверять skills</a:t>
            </a:r>
          </a:p>
        </p:txBody>
      </p:sp>
      <p:sp>
        <p:nvSpPr>
          <p:cNvPr id="6" name="Инструкцию подкрепляем permissions и проверками. Сам текст не обе">
            <a:extLst xmlns:a="http://schemas.openxmlformats.org/drawingml/2006/main">
              <a:ext uri="{FF2B5EF4-FFF2-40B4-BE49-F238E27FC236}">
                <a16:creationId xmlns:a16="http://schemas.microsoft.com/office/drawing/2014/main" id="{6B0A6C22-B36C-4FC1-BC3B-49162131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Инструкцию подкрепляем permissions и проверками. Сам текст не обеспечивает запрет.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086D6D-1849-4D9A-BF18-74E10BB00E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6871e9a31434a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35">
            <a:extLst xmlns:a="http://schemas.openxmlformats.org/drawingml/2006/main">
              <a:ext uri="{FF2B5EF4-FFF2-40B4-BE49-F238E27FC236}">
                <a16:creationId xmlns:a16="http://schemas.microsoft.com/office/drawing/2014/main" id="{CB706F2C-AEE9-4C33-B1A8-E13BB1B4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34</a:t>
            </a:r>
          </a:p>
        </p:txBody>
      </p:sp>
      <p:sp>
        <p:nvSpPr>
          <p:cNvPr id="2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D3F1B8CD-9D29-4BAF-A413-1EA25D8A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 w="0">
            <a:noFill/>
          </a:ln>
        </p:spPr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76A84AA6-56B6-45A2-A203-330567CB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AFC"/>
          </a:solidFill>
          <a:ln xmlns:a="http://schemas.openxmlformats.org/drawingml/2006/main" w="0">
            <a:noFill/>
          </a:ln>
        </p:spPr>
      </p:sp>
      <p:sp>
        <p:nvSpPr>
          <p:cNvPr id="4" name="Готовый скрипт или временный код через SDK">
            <a:extLst xmlns:a="http://schemas.openxmlformats.org/drawingml/2006/main">
              <a:ext uri="{FF2B5EF4-FFF2-40B4-BE49-F238E27FC236}">
                <a16:creationId xmlns:a16="http://schemas.microsoft.com/office/drawing/2014/main" id="{4DA603C0-8A68-4958-9A24-9E327A3A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Готовый скрипт или временный код через SDK</a:t>
            </a:r>
          </a:p>
        </p:txBody>
      </p:sp>
      <p:sp>
        <p:nvSpPr>
          <p:cNvPr id="5" name="SDK даёт больше комбинаций действий. Версии, авторизацию, права и">
            <a:extLst xmlns:a="http://schemas.openxmlformats.org/drawingml/2006/main">
              <a:ext uri="{FF2B5EF4-FFF2-40B4-BE49-F238E27FC236}">
                <a16:creationId xmlns:a16="http://schemas.microsoft.com/office/drawing/2014/main" id="{90F8518F-F09C-4F8A-93D1-E1B552CB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SDK даёт больше комбинаций действий. Версии, авторизацию, права и сгенерированный код всё равно проверяем.</a:t>
            </a:r>
          </a:p>
        </p:txBody>
      </p:sp>
      <p:sp>
        <p:nvSpPr>
          <p:cNvPr id="6" name="Готовые скрипты">
            <a:extLst xmlns:a="http://schemas.openxmlformats.org/drawingml/2006/main">
              <a:ext uri="{FF2B5EF4-FFF2-40B4-BE49-F238E27FC236}">
                <a16:creationId xmlns:a16="http://schemas.microsoft.com/office/drawing/2014/main" id="{475F7A35-722C-4075-8AA1-8F7D65AB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Готовые скрипты</a:t>
            </a:r>
          </a:p>
        </p:txBody>
      </p:sp>
      <p:sp>
        <p:nvSpPr>
          <p:cNvPr id="7" name="Заранее реализуем нужные операции.&#10;Проще повторять и тестировать.">
            <a:extLst xmlns:a="http://schemas.openxmlformats.org/drawingml/2006/main">
              <a:ext uri="{FF2B5EF4-FFF2-40B4-BE49-F238E27FC236}">
                <a16:creationId xmlns:a16="http://schemas.microsoft.com/office/drawing/2014/main" id="{2A67E37C-5E16-40DE-85F8-EC947643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90775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Заранее реализуем нужные операции.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Проще повторять и тестировать.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Новые сценарии требуют доработок.</a:t>
            </a:r>
          </a:p>
        </p:txBody>
      </p:sp>
      <p:sp>
        <p:nvSpPr>
          <p:cNvPr id="8" name="Инструкция по SDK">
            <a:extLst xmlns:a="http://schemas.openxmlformats.org/drawingml/2006/main">
              <a:ext uri="{FF2B5EF4-FFF2-40B4-BE49-F238E27FC236}">
                <a16:creationId xmlns:a16="http://schemas.microsoft.com/office/drawing/2014/main" id="{280CACD0-637B-4C59-9EB7-E048B6FD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Инструкция по SDK</a:t>
            </a:r>
          </a:p>
        </p:txBody>
      </p:sp>
      <p:sp>
        <p:nvSpPr>
          <p:cNvPr id="9" name="Показываем модули, примеры и ограничения.&#10;Агент пишет небольшой к">
            <a:extLst xmlns:a="http://schemas.openxmlformats.org/drawingml/2006/main">
              <a:ext uri="{FF2B5EF4-FFF2-40B4-BE49-F238E27FC236}">
                <a16:creationId xmlns:a16="http://schemas.microsoft.com/office/drawing/2014/main" id="{C15140DE-37EE-4413-85A0-E231EA6D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90775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Показываем модули, примеры и ограничения.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Агент пишет небольшой код под задачу.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Проверяет и выполняет его.</a:t>
            </a:r>
          </a:p>
        </p:txBody>
      </p:sp>
      <p:sp>
        <p:nvSpPr>
          <p:cNvPr id="10" name="Источник: www.anthropic.com">
            <a:extLst xmlns:a="http://schemas.openxmlformats.org/drawingml/2006/main">
              <a:ext uri="{FF2B5EF4-FFF2-40B4-BE49-F238E27FC236}">
                <a16:creationId xmlns:a16="http://schemas.microsoft.com/office/drawing/2014/main" id="{69063098-2349-488D-81B2-B0A42B52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767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385617772b394e9f"/>
              </a:rPr>
              <a:t>Общий источник для двух подходов: Anthropic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06B33C-8BD7-44FB-8F12-9A08A4895C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28a17101846b7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53371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36">
            <a:extLst xmlns:a="http://schemas.openxmlformats.org/drawingml/2006/main">
              <a:ext uri="{FF2B5EF4-FFF2-40B4-BE49-F238E27FC236}">
                <a16:creationId xmlns:a16="http://schemas.microsoft.com/office/drawing/2014/main" id="{3B0B1D1C-0E29-4F8C-8AD6-7CA11F23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35</a:t>
            </a:r>
          </a:p>
        </p:txBody>
      </p:sp>
      <p:sp>
        <p:nvSpPr>
          <p:cNvPr id="2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AE305174-F824-4538-97DE-7A902663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 w="0">
            <a:noFill/>
          </a:ln>
        </p:spPr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8FE1D1F8-B52C-4C81-98F3-EB8B4FDE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AFC"/>
          </a:solidFill>
          <a:ln xmlns:a="http://schemas.openxmlformats.org/drawingml/2006/main" w="0">
            <a:noFill/>
          </a:ln>
        </p:spPr>
      </p:sp>
      <p:sp>
        <p:nvSpPr>
          <p:cNvPr id="4" name="Внутренние skills меняют повседневную работу">
            <a:extLst xmlns:a="http://schemas.openxmlformats.org/drawingml/2006/main">
              <a:ext uri="{FF2B5EF4-FFF2-40B4-BE49-F238E27FC236}">
                <a16:creationId xmlns:a16="http://schemas.microsoft.com/office/drawing/2014/main" id="{22904112-DE60-4409-9CE3-CF9ACC74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Внутренние skills меняют повседневную работу</a:t>
            </a:r>
          </a:p>
        </p:txBody>
      </p:sp>
      <p:sp>
        <p:nvSpPr>
          <p:cNvPr id="5" name="В большой компании у каждой системы свои данные, API, правила дос">
            <a:extLst xmlns:a="http://schemas.openxmlformats.org/drawingml/2006/main">
              <a:ext uri="{FF2B5EF4-FFF2-40B4-BE49-F238E27FC236}">
                <a16:creationId xmlns:a16="http://schemas.microsoft.com/office/drawing/2014/main" id="{A76202B7-BE0D-489B-9B16-DEC6E4BB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В большой компании у каждой системы свои данные, API, правила доступа и рабочие процедуры.</a:t>
            </a:r>
          </a:p>
        </p:txBody>
      </p:sp>
      <p:sp>
        <p:nvSpPr>
          <p:cNvPr id="6" name="Трекер, wiki, код, аналитика">
            <a:extLst xmlns:a="http://schemas.openxmlformats.org/drawingml/2006/main">
              <a:ext uri="{FF2B5EF4-FFF2-40B4-BE49-F238E27FC236}">
                <a16:creationId xmlns:a16="http://schemas.microsoft.com/office/drawing/2014/main" id="{F93096E6-173F-449D-8A62-2F60C344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Трекер, wiki, код, аналитика</a:t>
            </a:r>
          </a:p>
        </p:txBody>
      </p:sp>
      <p:sp>
        <p:nvSpPr>
          <p:cNvPr id="7" name="Skills объясняют принятый порядок работы.&#10;API и инструменты дают ">
            <a:extLst xmlns:a="http://schemas.openxmlformats.org/drawingml/2006/main">
              <a:ext uri="{FF2B5EF4-FFF2-40B4-BE49-F238E27FC236}">
                <a16:creationId xmlns:a16="http://schemas.microsoft.com/office/drawing/2014/main" id="{5F445E4E-0CB0-4490-AEB0-A05DB37A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90775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Skills объясняют принятый порядок работы.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API и инструменты дают доступ.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Агент соединяет шаги в поручение.</a:t>
            </a:r>
          </a:p>
        </p:txBody>
      </p:sp>
      <p:sp>
        <p:nvSpPr>
          <p:cNvPr id="8" name="Внутренний каталог">
            <a:extLst xmlns:a="http://schemas.openxmlformats.org/drawingml/2006/main">
              <a:ext uri="{FF2B5EF4-FFF2-40B4-BE49-F238E27FC236}">
                <a16:creationId xmlns:a16="http://schemas.microsoft.com/office/drawing/2014/main" id="{0B756E7B-4092-4E9A-B462-8400ED2C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Внутренний каталог</a:t>
            </a:r>
          </a:p>
        </p:txBody>
      </p:sp>
      <p:sp>
        <p:nvSpPr>
          <p:cNvPr id="9" name="Команда один раз описывает процедуру.&#10;Владелец поддерживает верси">
            <a:extLst xmlns:a="http://schemas.openxmlformats.org/drawingml/2006/main">
              <a:ext uri="{FF2B5EF4-FFF2-40B4-BE49-F238E27FC236}">
                <a16:creationId xmlns:a16="http://schemas.microsoft.com/office/drawing/2014/main" id="{2FFD5412-156D-45B3-BE8D-EDD10E1E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90775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Команда один раз описывает процедуру.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Владелец поддерживает версии и примеры.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Коллеги находят и переиспользуют skill.</a:t>
            </a:r>
          </a:p>
        </p:txBody>
      </p:sp>
      <p:sp>
        <p:nvSpPr>
          <p:cNvPr id="10" name="Личный опыт Влада. Наличие внутреннего API или каталога само по с">
            <a:extLst xmlns:a="http://schemas.openxmlformats.org/drawingml/2006/main">
              <a:ext uri="{FF2B5EF4-FFF2-40B4-BE49-F238E27FC236}">
                <a16:creationId xmlns:a16="http://schemas.microsoft.com/office/drawing/2014/main" id="{B500D0CB-051A-438F-A400-914C416D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Личный опыт Влада. Наличие внутреннего API или каталога само по себе не гарантирует качество результата.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0BF7EE-D5BC-4436-B1DB-C6BDB5C30A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323aac7ee46d0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53371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37">
            <a:extLst xmlns:a="http://schemas.openxmlformats.org/drawingml/2006/main">
              <a:ext uri="{FF2B5EF4-FFF2-40B4-BE49-F238E27FC236}">
                <a16:creationId xmlns:a16="http://schemas.microsoft.com/office/drawing/2014/main" id="{4090450C-5454-43C4-A235-E6606EB7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36</a:t>
            </a:r>
          </a:p>
        </p:txBody>
      </p:sp>
      <p:sp>
        <p:nvSpPr>
          <p:cNvPr id="2" name="Skills: текст, код, тесты и интерфейс">
            <a:extLst xmlns:a="http://schemas.openxmlformats.org/drawingml/2006/main">
              <a:ext uri="{FF2B5EF4-FFF2-40B4-BE49-F238E27FC236}">
                <a16:creationId xmlns:a16="http://schemas.microsoft.com/office/drawing/2014/main" id="{BBEED533-CFC2-4DB5-8B02-714DE03B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Skills: текст, код, тесты и интерфейс</a:t>
            </a:r>
          </a:p>
        </p:txBody>
      </p:sp>
      <p:sp>
        <p:nvSpPr>
          <p:cNvPr id="3" name="Пять конкретных процедур. Имя ведёт к исходному SKILL.md.">
            <a:extLst xmlns:a="http://schemas.openxmlformats.org/drawingml/2006/main">
              <a:ext uri="{FF2B5EF4-FFF2-40B4-BE49-F238E27FC236}">
                <a16:creationId xmlns:a16="http://schemas.microsoft.com/office/drawing/2014/main" id="{E67EBAB1-5DDA-4454-B240-B48767E5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5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Пять конкретных процедур. Имя ведёт к исходному SKILL.md.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26F920CB-3F54-4B44-BBEB-780CE2AF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5" name="Humanizer-ru">
            <a:extLst xmlns:a="http://schemas.openxmlformats.org/drawingml/2006/main">
              <a:ext uri="{FF2B5EF4-FFF2-40B4-BE49-F238E27FC236}">
                <a16:creationId xmlns:a16="http://schemas.microsoft.com/office/drawing/2014/main" id="{483ABDD4-4E0E-41BF-BA57-EE45BC7B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04950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0378eeccc66340ce"/>
              </a:rPr>
              <a:t>Humanizer-ru</a:t>
            </a:r>
          </a:p>
        </p:txBody>
      </p:sp>
      <p:sp>
        <p:nvSpPr>
          <p:cNvPr id="6" name="Отредактировать русский README без штампов.">
            <a:extLst xmlns:a="http://schemas.openxmlformats.org/drawingml/2006/main">
              <a:ext uri="{FF2B5EF4-FFF2-40B4-BE49-F238E27FC236}">
                <a16:creationId xmlns:a16="http://schemas.microsoft.com/office/drawing/2014/main" id="{3244AEA5-1C70-42A5-B8BF-12FC034C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04950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Отредактировать русский README без штампов.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DDD51-75ED-4DE6-AF4A-6814CD5E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71675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F3"/>
          </a:solidFill>
          <a:ln xmlns:a="http://schemas.openxmlformats.org/drawingml/2006/main" w="0">
            <a:solidFill>
              <a:srgbClr val="DFCEF3"/>
            </a:solidFill>
            <a:prstDash val="solid"/>
          </a:ln>
        </p:spPr>
      </p:sp>
      <p:sp>
        <p:nvSpPr>
          <p:cNvPr id="8" name="2">
            <a:extLst xmlns:a="http://schemas.openxmlformats.org/drawingml/2006/main">
              <a:ext uri="{FF2B5EF4-FFF2-40B4-BE49-F238E27FC236}">
                <a16:creationId xmlns:a16="http://schemas.microsoft.com/office/drawing/2014/main" id="{CC4EF631-BF3E-418C-BA92-AFE86930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9" name="Caveman">
            <a:extLst xmlns:a="http://schemas.openxmlformats.org/drawingml/2006/main">
              <a:ext uri="{FF2B5EF4-FFF2-40B4-BE49-F238E27FC236}">
                <a16:creationId xmlns:a16="http://schemas.microsoft.com/office/drawing/2014/main" id="{BE15F991-1E27-4C3D-8A8D-006CE3C0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78b384cecf344e1b"/>
              </a:rPr>
              <a:t>Caveman</a:t>
            </a:r>
          </a:p>
        </p:txBody>
      </p:sp>
      <p:sp>
        <p:nvSpPr>
          <p:cNvPr id="10" name="Получать короткие технические ответы.">
            <a:extLst xmlns:a="http://schemas.openxmlformats.org/drawingml/2006/main">
              <a:ext uri="{FF2B5EF4-FFF2-40B4-BE49-F238E27FC236}">
                <a16:creationId xmlns:a16="http://schemas.microsoft.com/office/drawing/2014/main" id="{650BCFDC-53C6-4361-821A-20260715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47875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Получать короткие технические ответы.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65DC9-56B9-4AA2-AD10-C8FA7D11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F3"/>
          </a:solidFill>
          <a:ln xmlns:a="http://schemas.openxmlformats.org/drawingml/2006/main" w="0">
            <a:solidFill>
              <a:srgbClr val="DFCEF3"/>
            </a:solidFill>
            <a:prstDash val="solid"/>
          </a:ln>
        </p:spPr>
      </p:sp>
      <p:sp>
        <p:nvSpPr>
          <p:cNvPr id="12" name="3">
            <a:extLst xmlns:a="http://schemas.openxmlformats.org/drawingml/2006/main">
              <a:ext uri="{FF2B5EF4-FFF2-40B4-BE49-F238E27FC236}">
                <a16:creationId xmlns:a16="http://schemas.microsoft.com/office/drawing/2014/main" id="{C8EEB869-C5DD-4664-8261-3A3637BB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3" name="test-driven-development">
            <a:extLst xmlns:a="http://schemas.openxmlformats.org/drawingml/2006/main">
              <a:ext uri="{FF2B5EF4-FFF2-40B4-BE49-F238E27FC236}">
                <a16:creationId xmlns:a16="http://schemas.microsoft.com/office/drawing/2014/main" id="{E742C1AA-1988-4F12-91C4-A2410AF5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2c6913f040d642ab"/>
              </a:rPr>
              <a:t>test-driven-development</a:t>
            </a:r>
          </a:p>
        </p:txBody>
      </p:sp>
      <p:sp>
        <p:nvSpPr>
          <p:cNvPr id="14" name="Пройти цикл: падающий тест, исправление, проверка.">
            <a:extLst xmlns:a="http://schemas.openxmlformats.org/drawingml/2006/main">
              <a:ext uri="{FF2B5EF4-FFF2-40B4-BE49-F238E27FC236}">
                <a16:creationId xmlns:a16="http://schemas.microsoft.com/office/drawing/2014/main" id="{FCA1ACAD-8BE1-46C4-86DA-BC97CAD9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0800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Пройти цикл: падающий тест, исправление, проверка.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0A67C-E4E1-492E-8648-9209878A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57525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F3"/>
          </a:solidFill>
          <a:ln xmlns:a="http://schemas.openxmlformats.org/drawingml/2006/main" w="0">
            <a:solidFill>
              <a:srgbClr val="DFCEF3"/>
            </a:solidFill>
            <a:prstDash val="solid"/>
          </a:ln>
        </p:spPr>
      </p:sp>
      <p:sp>
        <p:nvSpPr>
          <p:cNvPr id="16" name="4">
            <a:extLst xmlns:a="http://schemas.openxmlformats.org/drawingml/2006/main">
              <a:ext uri="{FF2B5EF4-FFF2-40B4-BE49-F238E27FC236}">
                <a16:creationId xmlns:a16="http://schemas.microsoft.com/office/drawing/2014/main" id="{B29AA65A-515F-4133-BEFC-F11D96CF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17" name="webapp-testing">
            <a:extLst xmlns:a="http://schemas.openxmlformats.org/drawingml/2006/main">
              <a:ext uri="{FF2B5EF4-FFF2-40B4-BE49-F238E27FC236}">
                <a16:creationId xmlns:a16="http://schemas.microsoft.com/office/drawing/2014/main" id="{300A2F56-0F65-4409-A041-9572E032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3372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310ef8949c8c4b1b"/>
              </a:rPr>
              <a:t>webapp-testing</a:t>
            </a:r>
          </a:p>
        </p:txBody>
      </p:sp>
      <p:sp>
        <p:nvSpPr>
          <p:cNvPr id="18" name="Проверить локальный UI через Playwright.">
            <a:extLst xmlns:a="http://schemas.openxmlformats.org/drawingml/2006/main">
              <a:ext uri="{FF2B5EF4-FFF2-40B4-BE49-F238E27FC236}">
                <a16:creationId xmlns:a16="http://schemas.microsoft.com/office/drawing/2014/main" id="{AE8F94D6-2F52-4123-8B71-44F9F08B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33725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Проверить локальный UI через Playwright.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084E5-0263-43F0-80C3-6181D419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F3"/>
          </a:solidFill>
          <a:ln xmlns:a="http://schemas.openxmlformats.org/drawingml/2006/main" w="0">
            <a:solidFill>
              <a:srgbClr val="DFCEF3"/>
            </a:solidFill>
            <a:prstDash val="solid"/>
          </a:ln>
        </p:spPr>
      </p:sp>
      <p:sp>
        <p:nvSpPr>
          <p:cNvPr id="20" name="5">
            <a:extLst xmlns:a="http://schemas.openxmlformats.org/drawingml/2006/main">
              <a:ext uri="{FF2B5EF4-FFF2-40B4-BE49-F238E27FC236}">
                <a16:creationId xmlns:a16="http://schemas.microsoft.com/office/drawing/2014/main" id="{D9CA8556-4B4C-468B-B178-BE25265D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21" name="frontend-design">
            <a:extLst xmlns:a="http://schemas.openxmlformats.org/drawingml/2006/main">
              <a:ext uri="{FF2B5EF4-FFF2-40B4-BE49-F238E27FC236}">
                <a16:creationId xmlns:a16="http://schemas.microsoft.com/office/drawing/2014/main" id="{3B6EEF4E-F484-4B57-A561-078B0EAD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0e2357058e024f8c"/>
              </a:rPr>
              <a:t>frontend-design</a:t>
            </a:r>
          </a:p>
        </p:txBody>
      </p:sp>
      <p:sp>
        <p:nvSpPr>
          <p:cNvPr id="22" name="Продумать композицию и реализовать интерфейс.">
            <a:extLst xmlns:a="http://schemas.openxmlformats.org/drawingml/2006/main">
              <a:ext uri="{FF2B5EF4-FFF2-40B4-BE49-F238E27FC236}">
                <a16:creationId xmlns:a16="http://schemas.microsoft.com/office/drawing/2014/main" id="{74A8EE6F-E376-4447-8C93-844A0DD2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76650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Продумать композицию и реализовать интерфейс.</a:t>
            </a:r>
          </a:p>
        </p:txBody>
      </p:sp>
      <p:sp>
        <p:nvSpPr>
          <p:cNvPr id="23" name="10 примеров skills · 1/2">
            <a:extLst xmlns:a="http://schemas.openxmlformats.org/drawingml/2006/main">
              <a:ext uri="{FF2B5EF4-FFF2-40B4-BE49-F238E27FC236}">
                <a16:creationId xmlns:a16="http://schemas.microsoft.com/office/drawing/2014/main" id="{257B1C59-1D25-4B4F-B74F-C869A588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10 примеров skills · 1/2</a:t>
            </a:r>
          </a:p>
        </p:txBody>
      </p:sp>
      <p:sp>
        <p:nvSpPr>
          <p:cNvPr id="24" name="Каталог skills.sh">
            <a:extLst xmlns:a="http://schemas.openxmlformats.org/drawingml/2006/main">
              <a:ext uri="{FF2B5EF4-FFF2-40B4-BE49-F238E27FC236}">
                <a16:creationId xmlns:a16="http://schemas.microsoft.com/office/drawing/2014/main" id="{B0E6DA0E-224C-4649-A622-30C57A64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243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38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938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38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0a3e43fc289746ab"/>
              </a:rPr>
              <a:t>Каталог skills.sh</a:t>
            </a:r>
          </a:p>
        </p:txBody>
      </p:sp>
      <p:sp>
        <p:nvSpPr>
          <p:cNvPr id="25" name="Каталог OpenAI Skills">
            <a:extLst xmlns:a="http://schemas.openxmlformats.org/drawingml/2006/main">
              <a:ext uri="{FF2B5EF4-FFF2-40B4-BE49-F238E27FC236}">
                <a16:creationId xmlns:a16="http://schemas.microsoft.com/office/drawing/2014/main" id="{92BCC2A4-5B58-402D-8021-3BB87B53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243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38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938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38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08a6c4db221344fd"/>
              </a:rPr>
              <a:t>Каталог OpenAI Skills</a:t>
            </a:r>
          </a:p>
        </p:txBody>
      </p:sp>
      <p:sp>
        <p:nvSpPr>
          <p:cNvPr id="26" name="Каталог Anthropic Skills">
            <a:extLst xmlns:a="http://schemas.openxmlformats.org/drawingml/2006/main">
              <a:ext uri="{FF2B5EF4-FFF2-40B4-BE49-F238E27FC236}">
                <a16:creationId xmlns:a16="http://schemas.microsoft.com/office/drawing/2014/main" id="{44AD2F69-2F9A-4D3C-AA45-0D3AFB5E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24350"/>
            <a:ext cx="1495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38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938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38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83f6d16c25fd4ebb"/>
              </a:rPr>
              <a:t>Каталог Anthropic Skills</a:t>
            </a:r>
          </a:p>
        </p:txBody>
      </p:sp>
      <p:sp>
        <p:nvSpPr>
          <p:cNvPr id="27" name="Для integrations нужны инструменты и авторизация. Читайте инструк">
            <a:extLst xmlns:a="http://schemas.openxmlformats.org/drawingml/2006/main">
              <a:ext uri="{FF2B5EF4-FFF2-40B4-BE49-F238E27FC236}">
                <a16:creationId xmlns:a16="http://schemas.microsoft.com/office/drawing/2014/main" id="{100BA097-F64A-4398-921A-72387A54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Для integrations нужны инструменты и авторизация. Читайте инструкции, зависимости и лицензию до запуска.</a:t>
            </a:r>
          </a:p>
        </p:txBody>
      </p:sp>
    </p:spTree>
    <p:extLst>
      <p:ext uri="{BB962C8B-B14F-4D97-AF65-F5344CB8AC3E}">
        <p14:creationId xmlns:p14="http://schemas.microsoft.com/office/powerpoint/2010/main" val="1253053371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38">
            <a:extLst xmlns:a="http://schemas.openxmlformats.org/drawingml/2006/main">
              <a:ext uri="{FF2B5EF4-FFF2-40B4-BE49-F238E27FC236}">
                <a16:creationId xmlns:a16="http://schemas.microsoft.com/office/drawing/2014/main" id="{056D0A12-50A0-4B6F-ADBE-62FADB28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37</a:t>
            </a:r>
          </a:p>
        </p:txBody>
      </p:sp>
      <p:sp>
        <p:nvSpPr>
          <p:cNvPr id="2" name="Skills: рабочие системы и документы">
            <a:extLst xmlns:a="http://schemas.openxmlformats.org/drawingml/2006/main">
              <a:ext uri="{FF2B5EF4-FFF2-40B4-BE49-F238E27FC236}">
                <a16:creationId xmlns:a16="http://schemas.microsoft.com/office/drawing/2014/main" id="{E059F83C-E07E-498E-A05B-E85190EC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Skills: рабочие системы и документы</a:t>
            </a:r>
          </a:p>
        </p:txBody>
      </p:sp>
      <p:sp>
        <p:nvSpPr>
          <p:cNvPr id="3" name="Публичные аналоги знакомых задач: PR review, трекер и wiki.">
            <a:extLst xmlns:a="http://schemas.openxmlformats.org/drawingml/2006/main">
              <a:ext uri="{FF2B5EF4-FFF2-40B4-BE49-F238E27FC236}">
                <a16:creationId xmlns:a16="http://schemas.microsoft.com/office/drawing/2014/main" id="{DB4FD0C2-F5A2-4377-85FD-8423D79D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5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Публичные аналоги знакомых задач: PR review, трекер и wiki.</a:t>
            </a:r>
          </a:p>
        </p:txBody>
      </p:sp>
      <p:sp>
        <p:nvSpPr>
          <p:cNvPr id="4" name="6">
            <a:extLst xmlns:a="http://schemas.openxmlformats.org/drawingml/2006/main">
              <a:ext uri="{FF2B5EF4-FFF2-40B4-BE49-F238E27FC236}">
                <a16:creationId xmlns:a16="http://schemas.microsoft.com/office/drawing/2014/main" id="{12339659-7DB2-4821-8DD0-0C1B6904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6</a:t>
            </a:r>
          </a:p>
        </p:txBody>
      </p:sp>
      <p:sp>
        <p:nvSpPr>
          <p:cNvPr id="5" name="gh-address-comments">
            <a:extLst xmlns:a="http://schemas.openxmlformats.org/drawingml/2006/main">
              <a:ext uri="{FF2B5EF4-FFF2-40B4-BE49-F238E27FC236}">
                <a16:creationId xmlns:a16="http://schemas.microsoft.com/office/drawing/2014/main" id="{FDF46FF4-C5F7-46F2-942D-92867C39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04950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ff8fe238cefd4b6a"/>
              </a:rPr>
              <a:t>gh-address-comments</a:t>
            </a:r>
          </a:p>
        </p:txBody>
      </p:sp>
      <p:sp>
        <p:nvSpPr>
          <p:cNvPr id="6" name="Разобрать и исправить выбранные замечания GitHub review.">
            <a:extLst xmlns:a="http://schemas.openxmlformats.org/drawingml/2006/main">
              <a:ext uri="{FF2B5EF4-FFF2-40B4-BE49-F238E27FC236}">
                <a16:creationId xmlns:a16="http://schemas.microsoft.com/office/drawing/2014/main" id="{9D1CEF50-CF97-4035-9DF9-3D7B8FDF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04950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Разобрать и исправить выбранные замечания GitHub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AB8EC-95B7-4A87-82B9-8DF5C440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71675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F3"/>
          </a:solidFill>
          <a:ln xmlns:a="http://schemas.openxmlformats.org/drawingml/2006/main" w="0">
            <a:solidFill>
              <a:srgbClr val="DFCEF3"/>
            </a:solidFill>
            <a:prstDash val="solid"/>
          </a:ln>
        </p:spPr>
      </p:sp>
      <p:sp>
        <p:nvSpPr>
          <p:cNvPr id="8" name="7">
            <a:extLst xmlns:a="http://schemas.openxmlformats.org/drawingml/2006/main">
              <a:ext uri="{FF2B5EF4-FFF2-40B4-BE49-F238E27FC236}">
                <a16:creationId xmlns:a16="http://schemas.microsoft.com/office/drawing/2014/main" id="{02D77201-15F8-421D-944D-05CBC9D5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7</a:t>
            </a:r>
          </a:p>
        </p:txBody>
      </p:sp>
      <p:sp>
        <p:nvSpPr>
          <p:cNvPr id="9" name="linear">
            <a:extLst xmlns:a="http://schemas.openxmlformats.org/drawingml/2006/main">
              <a:ext uri="{FF2B5EF4-FFF2-40B4-BE49-F238E27FC236}">
                <a16:creationId xmlns:a16="http://schemas.microsoft.com/office/drawing/2014/main" id="{CF2122D4-66E3-4106-B148-DD5925E5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865a3dcb97c942a7"/>
              </a:rPr>
              <a:t>linear</a:t>
            </a:r>
          </a:p>
        </p:txBody>
      </p:sp>
      <p:sp>
        <p:nvSpPr>
          <p:cNvPr id="10" name="Работать с задачами и проектами через Linear MCP.">
            <a:extLst xmlns:a="http://schemas.openxmlformats.org/drawingml/2006/main">
              <a:ext uri="{FF2B5EF4-FFF2-40B4-BE49-F238E27FC236}">
                <a16:creationId xmlns:a16="http://schemas.microsoft.com/office/drawing/2014/main" id="{D7F958F0-2CEC-4A29-9439-AC7F5A33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47875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Работать с задачами и проектами через Linear MCP.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1D567-408F-407F-9B87-82FB1ED7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F3"/>
          </a:solidFill>
          <a:ln xmlns:a="http://schemas.openxmlformats.org/drawingml/2006/main" w="0">
            <a:solidFill>
              <a:srgbClr val="DFCEF3"/>
            </a:solidFill>
            <a:prstDash val="solid"/>
          </a:ln>
        </p:spPr>
      </p:sp>
      <p:sp>
        <p:nvSpPr>
          <p:cNvPr id="12" name="8">
            <a:extLst xmlns:a="http://schemas.openxmlformats.org/drawingml/2006/main">
              <a:ext uri="{FF2B5EF4-FFF2-40B4-BE49-F238E27FC236}">
                <a16:creationId xmlns:a16="http://schemas.microsoft.com/office/drawing/2014/main" id="{A07E7FFA-6C5C-422A-A535-DD8D2032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8</a:t>
            </a:r>
          </a:p>
        </p:txBody>
      </p:sp>
      <p:sp>
        <p:nvSpPr>
          <p:cNvPr id="13" name="notion-knowledge-capture">
            <a:extLst xmlns:a="http://schemas.openxmlformats.org/drawingml/2006/main">
              <a:ext uri="{FF2B5EF4-FFF2-40B4-BE49-F238E27FC236}">
                <a16:creationId xmlns:a16="http://schemas.microsoft.com/office/drawing/2014/main" id="{6575D149-DD81-4373-B056-2DA692F5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38e14aa362994904"/>
              </a:rPr>
              <a:t>notion-knowledge-capture</a:t>
            </a:r>
          </a:p>
        </p:txBody>
      </p:sp>
      <p:sp>
        <p:nvSpPr>
          <p:cNvPr id="14" name="Превратить обсуждение в wiki, ADR или FAQ.">
            <a:extLst xmlns:a="http://schemas.openxmlformats.org/drawingml/2006/main">
              <a:ext uri="{FF2B5EF4-FFF2-40B4-BE49-F238E27FC236}">
                <a16:creationId xmlns:a16="http://schemas.microsoft.com/office/drawing/2014/main" id="{FFF9DAB3-A52F-4341-AD01-516E2E4F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90800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Превратить обсуждение в wiki, ADR или FAQ.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32AFF-72B6-4221-8875-AD3A0AB7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57525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F3"/>
          </a:solidFill>
          <a:ln xmlns:a="http://schemas.openxmlformats.org/drawingml/2006/main" w="0">
            <a:solidFill>
              <a:srgbClr val="DFCEF3"/>
            </a:solidFill>
            <a:prstDash val="solid"/>
          </a:ln>
        </p:spPr>
      </p:sp>
      <p:sp>
        <p:nvSpPr>
          <p:cNvPr id="16" name="9">
            <a:extLst xmlns:a="http://schemas.openxmlformats.org/drawingml/2006/main">
              <a:ext uri="{FF2B5EF4-FFF2-40B4-BE49-F238E27FC236}">
                <a16:creationId xmlns:a16="http://schemas.microsoft.com/office/drawing/2014/main" id="{47BB1A9A-B134-4818-9CE5-126DB121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9</a:t>
            </a:r>
          </a:p>
        </p:txBody>
      </p:sp>
      <p:sp>
        <p:nvSpPr>
          <p:cNvPr id="17" name="docx">
            <a:extLst xmlns:a="http://schemas.openxmlformats.org/drawingml/2006/main">
              <a:ext uri="{FF2B5EF4-FFF2-40B4-BE49-F238E27FC236}">
                <a16:creationId xmlns:a16="http://schemas.microsoft.com/office/drawing/2014/main" id="{91593116-E80B-401A-A264-228BE030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3372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5e11b96a83b74b20"/>
              </a:rPr>
              <a:t>docx</a:t>
            </a:r>
          </a:p>
        </p:txBody>
      </p:sp>
      <p:sp>
        <p:nvSpPr>
          <p:cNvPr id="18" name="Создать документ с правками, комментариями и проверкой.">
            <a:extLst xmlns:a="http://schemas.openxmlformats.org/drawingml/2006/main">
              <a:ext uri="{FF2B5EF4-FFF2-40B4-BE49-F238E27FC236}">
                <a16:creationId xmlns:a16="http://schemas.microsoft.com/office/drawing/2014/main" id="{08282216-B9E6-4D1E-AC0B-CC9BBC68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33725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Создать документ с правками, комментариями и проверкой.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CE2F2-BDFF-4CF0-A67A-03DCBA27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733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F3"/>
          </a:solidFill>
          <a:ln xmlns:a="http://schemas.openxmlformats.org/drawingml/2006/main" w="0">
            <a:solidFill>
              <a:srgbClr val="DFCEF3"/>
            </a:solidFill>
            <a:prstDash val="solid"/>
          </a:ln>
        </p:spPr>
      </p:sp>
      <p:sp>
        <p:nvSpPr>
          <p:cNvPr id="20" name="10">
            <a:extLst xmlns:a="http://schemas.openxmlformats.org/drawingml/2006/main">
              <a:ext uri="{FF2B5EF4-FFF2-40B4-BE49-F238E27FC236}">
                <a16:creationId xmlns:a16="http://schemas.microsoft.com/office/drawing/2014/main" id="{F3F5849D-1F36-46AA-A566-FAFF91ED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  <p:sp>
        <p:nvSpPr>
          <p:cNvPr id="21" name="agents-sdk">
            <a:extLst xmlns:a="http://schemas.openxmlformats.org/drawingml/2006/main">
              <a:ext uri="{FF2B5EF4-FFF2-40B4-BE49-F238E27FC236}">
                <a16:creationId xmlns:a16="http://schemas.microsoft.com/office/drawing/2014/main" id="{380F11E9-9D2D-4AC7-B81B-1F05DA99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089dd68b35aa4ad9"/>
              </a:rPr>
              <a:t>agents-sdk</a:t>
            </a:r>
          </a:p>
        </p:txBody>
      </p:sp>
      <p:sp>
        <p:nvSpPr>
          <p:cNvPr id="22" name="Разработать агента на Cloudflare SDK: state, schedule, MCP.">
            <a:extLst xmlns:a="http://schemas.openxmlformats.org/drawingml/2006/main">
              <a:ext uri="{FF2B5EF4-FFF2-40B4-BE49-F238E27FC236}">
                <a16:creationId xmlns:a16="http://schemas.microsoft.com/office/drawing/2014/main" id="{EAA7905E-B7DA-4E69-A82F-9925C953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76650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Разработать агента на Cloudflare SDK: state, schedule, MCP.</a:t>
            </a:r>
          </a:p>
        </p:txBody>
      </p:sp>
      <p:sp>
        <p:nvSpPr>
          <p:cNvPr id="23" name="10 примеров skills · 2/2">
            <a:extLst xmlns:a="http://schemas.openxmlformats.org/drawingml/2006/main">
              <a:ext uri="{FF2B5EF4-FFF2-40B4-BE49-F238E27FC236}">
                <a16:creationId xmlns:a16="http://schemas.microsoft.com/office/drawing/2014/main" id="{233BB4C9-ACF8-4BD0-AC09-052F6444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10 примеров skills · 2/2</a:t>
            </a:r>
          </a:p>
        </p:txBody>
      </p:sp>
      <p:sp>
        <p:nvSpPr>
          <p:cNvPr id="24" name="Каталог skills.sh">
            <a:extLst xmlns:a="http://schemas.openxmlformats.org/drawingml/2006/main">
              <a:ext uri="{FF2B5EF4-FFF2-40B4-BE49-F238E27FC236}">
                <a16:creationId xmlns:a16="http://schemas.microsoft.com/office/drawing/2014/main" id="{E25AAF51-4858-44A9-A55B-2AC8C01B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243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38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938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38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579c3214d0ef45ad"/>
              </a:rPr>
              <a:t>Каталог skills.sh</a:t>
            </a:r>
          </a:p>
        </p:txBody>
      </p:sp>
      <p:sp>
        <p:nvSpPr>
          <p:cNvPr id="25" name="Каталог OpenAI Skills">
            <a:extLst xmlns:a="http://schemas.openxmlformats.org/drawingml/2006/main">
              <a:ext uri="{FF2B5EF4-FFF2-40B4-BE49-F238E27FC236}">
                <a16:creationId xmlns:a16="http://schemas.microsoft.com/office/drawing/2014/main" id="{8A571856-8CBE-4394-87C1-4164FD35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243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38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938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38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14813de1e6ff4dd8"/>
              </a:rPr>
              <a:t>Каталог OpenAI Skills</a:t>
            </a:r>
          </a:p>
        </p:txBody>
      </p:sp>
      <p:sp>
        <p:nvSpPr>
          <p:cNvPr id="26" name="Каталог Anthropic Skills">
            <a:extLst xmlns:a="http://schemas.openxmlformats.org/drawingml/2006/main">
              <a:ext uri="{FF2B5EF4-FFF2-40B4-BE49-F238E27FC236}">
                <a16:creationId xmlns:a16="http://schemas.microsoft.com/office/drawing/2014/main" id="{B6C9C8ED-ADC6-4EC1-B92B-D97B08FC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24350"/>
            <a:ext cx="1495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38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938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38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a3801cdbdae44a9c"/>
              </a:rPr>
              <a:t>Каталог Anthropic Skills</a:t>
            </a:r>
          </a:p>
        </p:txBody>
      </p:sp>
      <p:sp>
        <p:nvSpPr>
          <p:cNvPr id="27" name="Для integrations нужны инструменты и авторизация. Читайте инструк">
            <a:extLst xmlns:a="http://schemas.openxmlformats.org/drawingml/2006/main">
              <a:ext uri="{FF2B5EF4-FFF2-40B4-BE49-F238E27FC236}">
                <a16:creationId xmlns:a16="http://schemas.microsoft.com/office/drawing/2014/main" id="{F8B4F1C0-CC68-44D5-871F-20A24214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Для integrations нужны инструменты и авторизация. Читайте инструкции, зависимости и лицензию до запуска.</a:t>
            </a:r>
          </a:p>
        </p:txBody>
      </p:sp>
    </p:spTree>
    <p:extLst>
      <p:ext uri="{BB962C8B-B14F-4D97-AF65-F5344CB8AC3E}">
        <p14:creationId xmlns:p14="http://schemas.microsoft.com/office/powerpoint/2010/main" val="1253053371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39">
            <a:extLst xmlns:a="http://schemas.openxmlformats.org/drawingml/2006/main">
              <a:ext uri="{FF2B5EF4-FFF2-40B4-BE49-F238E27FC236}">
                <a16:creationId xmlns:a16="http://schemas.microsoft.com/office/drawing/2014/main" id="{C4025839-F2BA-48F4-8B2D-7681DE8E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38</a:t>
            </a:r>
          </a:p>
        </p:txBody>
      </p:sp>
      <p:sp>
        <p:nvSpPr>
          <p:cNvPr id="2" name="Свою процедуру можно сначала надиктовать">
            <a:extLst xmlns:a="http://schemas.openxmlformats.org/drawingml/2006/main">
              <a:ext uri="{FF2B5EF4-FFF2-40B4-BE49-F238E27FC236}">
                <a16:creationId xmlns:a16="http://schemas.microsoft.com/office/drawing/2014/main" id="{27526DD2-318B-41BA-8E66-E9AEC6F5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Свою процедуру можно сначала надиктовать</a:t>
            </a:r>
          </a:p>
        </p:txBody>
      </p:sp>
      <p:sp>
        <p:nvSpPr>
          <p:cNvPr id="3" name="«Тесты пишем по контракту.&#10;Сначала посмотри существующие примеры.">
            <a:extLst xmlns:a="http://schemas.openxmlformats.org/drawingml/2006/main">
              <a:ext uri="{FF2B5EF4-FFF2-40B4-BE49-F238E27FC236}">
                <a16:creationId xmlns:a16="http://schemas.microsoft.com/office/drawing/2014/main" id="{420B0751-1915-4E3A-9989-87F241C0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79248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«Тесты пишем по контракту.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Сначала посмотри существующие примеры.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Не меняй продукт ради зелёной проверки.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В конце покажи, что действительно запустилось».</a:t>
            </a:r>
          </a:p>
        </p:txBody>
      </p:sp>
      <p:sp>
        <p:nvSpPr>
          <p:cNvPr id="4" name="Superwhisper превращает речь в текст. Этим способом можно постави">
            <a:extLst xmlns:a="http://schemas.openxmlformats.org/drawingml/2006/main">
              <a:ext uri="{FF2B5EF4-FFF2-40B4-BE49-F238E27FC236}">
                <a16:creationId xmlns:a16="http://schemas.microsoft.com/office/drawing/2014/main" id="{B18AA712-ECBB-4ADE-91F4-6A9C0541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7858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Superwhisper превращает речь в текст. Этим способом можно поставить задачу или набросать процедуру для skill.</a:t>
            </a:r>
          </a:p>
        </p:txBody>
      </p:sp>
      <p:sp>
        <p:nvSpPr>
          <p:cNvPr id="5" name="Открыть: superwhisper.com">
            <a:extLst xmlns:a="http://schemas.openxmlformats.org/drawingml/2006/main">
              <a:ext uri="{FF2B5EF4-FFF2-40B4-BE49-F238E27FC236}">
                <a16:creationId xmlns:a16="http://schemas.microsoft.com/office/drawing/2014/main" id="{F3E47D68-D7FC-415D-9B7E-675C5327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0de4ef5fcbba47e2"/>
              </a:rPr>
              <a:t>Открыть: superwhisper.com</a:t>
            </a:r>
          </a:p>
        </p:txBody>
      </p:sp>
      <p:sp>
        <p:nvSpPr>
          <p:cNvPr id="6" name="Диктовка сама по себе не является агентом. Проверяем числа, терми">
            <a:extLst xmlns:a="http://schemas.openxmlformats.org/drawingml/2006/main">
              <a:ext uri="{FF2B5EF4-FFF2-40B4-BE49-F238E27FC236}">
                <a16:creationId xmlns:a16="http://schemas.microsoft.com/office/drawing/2014/main" id="{9C7B0F34-6B4D-4EE3-88D3-CB8E6F93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Диктовка сама по себе не является агентом. Проверяем числа, термины и частицу «не».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75F07-6CFC-405D-89F0-0EF3CC2BB9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b6f915d1547b5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40">
            <a:extLst xmlns:a="http://schemas.openxmlformats.org/drawingml/2006/main">
              <a:ext uri="{FF2B5EF4-FFF2-40B4-BE49-F238E27FC236}">
                <a16:creationId xmlns:a16="http://schemas.microsoft.com/office/drawing/2014/main" id="{7912F91E-792B-489C-B32B-2CB8D7C3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39</a:t>
            </a:r>
          </a:p>
        </p:txBody>
      </p:sp>
      <p:sp>
        <p:nvSpPr>
          <p:cNvPr id="2" name="Есть вопросы?">
            <a:extLst xmlns:a="http://schemas.openxmlformats.org/drawingml/2006/main">
              <a:ext uri="{FF2B5EF4-FFF2-40B4-BE49-F238E27FC236}">
                <a16:creationId xmlns:a16="http://schemas.microsoft.com/office/drawing/2014/main" id="{FFFE6963-D8E9-4DAB-9D2D-A9B9E732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7924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1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315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Есть вопросы?</a:t>
            </a:r>
          </a:p>
        </p:txBody>
      </p:sp>
      <p:sp>
        <p:nvSpPr>
          <p:cNvPr id="3" name="Skill сохраняет способ работы.&#10;Пользу подтверждает результат на з">
            <a:extLst xmlns:a="http://schemas.openxmlformats.org/drawingml/2006/main">
              <a:ext uri="{FF2B5EF4-FFF2-40B4-BE49-F238E27FC236}">
                <a16:creationId xmlns:a16="http://schemas.microsoft.com/office/drawing/2014/main" id="{358E71C4-B61F-48AC-911C-13DEA494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95575"/>
            <a:ext cx="7791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Skill сохраняет способ работы.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Пользу подтверждает результат на задаче.</a:t>
            </a:r>
          </a:p>
        </p:txBody>
      </p:sp>
      <p:sp>
        <p:nvSpPr>
          <p:cNvPr id="4" name="Дальше: MCP: как подключать инструменты и данные.">
            <a:extLst xmlns:a="http://schemas.openxmlformats.org/drawingml/2006/main">
              <a:ext uri="{FF2B5EF4-FFF2-40B4-BE49-F238E27FC236}">
                <a16:creationId xmlns:a16="http://schemas.microsoft.com/office/drawing/2014/main" id="{02444246-FEC9-4CA8-BDFA-77358C1E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95725"/>
            <a:ext cx="7734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Дальше: MCP: как подключать инструменты и данные.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55FBA-3329-4007-BF25-08BB3F6147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b43e26f904767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41">
            <a:extLst xmlns:a="http://schemas.openxmlformats.org/drawingml/2006/main">
              <a:ext uri="{FF2B5EF4-FFF2-40B4-BE49-F238E27FC236}">
                <a16:creationId xmlns:a16="http://schemas.microsoft.com/office/drawing/2014/main" id="{8AF4C390-FBF2-4EAA-A36E-7C9374D0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40</a:t>
            </a:r>
          </a:p>
        </p:txBody>
      </p:sp>
      <p:sp>
        <p:nvSpPr>
          <p:cNvPr id="2" name="MCP: подключение внешних возможностей">
            <a:extLst xmlns:a="http://schemas.openxmlformats.org/drawingml/2006/main">
              <a:ext uri="{FF2B5EF4-FFF2-40B4-BE49-F238E27FC236}">
                <a16:creationId xmlns:a16="http://schemas.microsoft.com/office/drawing/2014/main" id="{01A533C7-4E2F-4F63-BE7B-EB22381E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7620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3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33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MCP: подключение внешних возможностей</a:t>
            </a:r>
          </a:p>
        </p:txBody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9738DCC6-D504-47A1-AE45-85C2F3BF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952500" y="26479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160"/>
          </a:solidFill>
          <a:ln xmlns:a="http://schemas.openxmlformats.org/drawingml/2006/main" w="0">
            <a:noFill/>
          </a:ln>
        </p:spPr>
      </p:sp>
      <p:sp>
        <p:nvSpPr>
          <p:cNvPr id="4" name="Процедура уже есть.&#10;Теперь агенту нужны доступные действия.">
            <a:extLst xmlns:a="http://schemas.openxmlformats.org/drawingml/2006/main">
              <a:ext uri="{FF2B5EF4-FFF2-40B4-BE49-F238E27FC236}">
                <a16:creationId xmlns:a16="http://schemas.microsoft.com/office/drawing/2014/main" id="{52F95F82-594F-4A38-855D-589A2C48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674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Разработан Anthropic.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72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Открытый стандарт с 25 ноября 2024 года.</a:t>
            </a:r>
          </a:p>
        </p:txBody>
      </p:sp>
      <p:sp>
        <p:nvSpPr>
          <p:cNvPr id="5" name="Сейчас: связь с API, примеры, подключение и отладка.&#10;Затем: настр">
            <a:extLst xmlns:a="http://schemas.openxmlformats.org/drawingml/2006/main">
              <a:ext uri="{FF2B5EF4-FFF2-40B4-BE49-F238E27FC236}">
                <a16:creationId xmlns:a16="http://schemas.microsoft.com/office/drawing/2014/main" id="{6F5C5CB0-6648-47E2-A30E-ED5767A4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670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Дальше: связь с API, примеры, подключение и отладка.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Затем: настройки самого кодингового агента.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AEF79-E3E8-4360-A07F-A1EC2FBF57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fcf237bce4094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42">
            <a:extLst xmlns:a="http://schemas.openxmlformats.org/drawingml/2006/main">
              <a:ext uri="{FF2B5EF4-FFF2-40B4-BE49-F238E27FC236}">
                <a16:creationId xmlns:a16="http://schemas.microsoft.com/office/drawing/2014/main" id="{F04B498C-01D5-4318-926D-37A696F3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41</a:t>
            </a:r>
          </a:p>
        </p:txBody>
      </p:sp>
      <p:sp>
        <p:nvSpPr>
          <p:cNvPr id="2" name="MCP даёт агентским приложениям общий интерфейс">
            <a:extLst xmlns:a="http://schemas.openxmlformats.org/drawingml/2006/main">
              <a:ext uri="{FF2B5EF4-FFF2-40B4-BE49-F238E27FC236}">
                <a16:creationId xmlns:a16="http://schemas.microsoft.com/office/drawing/2014/main" id="{DE8EEC70-6F7E-43CA-A0C8-F5C91B35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MCP даёт агентским приложениям общий интерфейс</a:t>
            </a:r>
          </a:p>
        </p:txBody>
      </p:sp>
      <p:sp>
        <p:nvSpPr>
          <p:cNvPr id="3" name="API задаёт операции сервиса. MCP стандартизирует, как клиент обна">
            <a:extLst xmlns:a="http://schemas.openxmlformats.org/drawingml/2006/main">
              <a:ext uri="{FF2B5EF4-FFF2-40B4-BE49-F238E27FC236}">
                <a16:creationId xmlns:a16="http://schemas.microsoft.com/office/drawing/2014/main" id="{FB5AFBDA-BD96-4CAE-A61C-D101B07C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5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API задаёт операции сервиса. MCP — общий стандарт их обнаружения и вызова. Сообщения используют JSON-RPC 2.0.</a:t>
            </a:r>
          </a:p>
        </p:txBody>
      </p:sp>
      <p:sp>
        <p:nvSpPr>
          <p:cNvPr id="4" name="ЦЕПОЧКА ВЫЗОВА">
            <a:extLst xmlns:a="http://schemas.openxmlformats.org/drawingml/2006/main">
              <a:ext uri="{FF2B5EF4-FFF2-40B4-BE49-F238E27FC236}">
                <a16:creationId xmlns:a16="http://schemas.microsoft.com/office/drawing/2014/main" id="{88A504D2-4A4D-412E-AE58-60FDBEFF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3781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ЦЕПОЧКА ВЫЗОВА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A63CF317-BEB8-4D84-AC2F-76E6C67C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7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6" name="Агентское приложение">
            <a:extLst xmlns:a="http://schemas.openxmlformats.org/drawingml/2006/main">
              <a:ext uri="{FF2B5EF4-FFF2-40B4-BE49-F238E27FC236}">
                <a16:creationId xmlns:a16="http://schemas.microsoft.com/office/drawing/2014/main" id="{71BF2F6C-0948-479F-A13F-5197FEC4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621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7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Агентское приложение</a:t>
            </a:r>
          </a:p>
        </p:txBody>
      </p:sp>
      <p:sp>
        <p:nvSpPr>
          <p:cNvPr id="7" name="выбирает вызов">
            <a:extLst xmlns:a="http://schemas.openxmlformats.org/drawingml/2006/main">
              <a:ext uri="{FF2B5EF4-FFF2-40B4-BE49-F238E27FC236}">
                <a16:creationId xmlns:a16="http://schemas.microsoft.com/office/drawing/2014/main" id="{2683DE95-8124-4FD4-81AC-3AC219AF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выбирает вызов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2198B-42D1-4964-B2D8-285CCE19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050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F3"/>
          </a:solidFill>
          <a:ln xmlns:a="http://schemas.openxmlformats.org/drawingml/2006/main" w="0">
            <a:solidFill>
              <a:srgbClr val="DFCEF3"/>
            </a:solidFill>
            <a:prstDash val="solid"/>
          </a:ln>
        </p:spPr>
      </p:sp>
      <p:sp>
        <p:nvSpPr>
          <p:cNvPr id="9" name="2">
            <a:extLst xmlns:a="http://schemas.openxmlformats.org/drawingml/2006/main">
              <a:ext uri="{FF2B5EF4-FFF2-40B4-BE49-F238E27FC236}">
                <a16:creationId xmlns:a16="http://schemas.microsoft.com/office/drawing/2014/main" id="{05C1713D-E0A3-416E-887B-185920F1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7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10" name="MCP-сервер">
            <a:extLst xmlns:a="http://schemas.openxmlformats.org/drawingml/2006/main">
              <a:ext uri="{FF2B5EF4-FFF2-40B4-BE49-F238E27FC236}">
                <a16:creationId xmlns:a16="http://schemas.microsoft.com/office/drawing/2014/main" id="{E9C73256-12F2-41A4-9140-4FF02819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050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7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MCP-сервер</a:t>
            </a:r>
          </a:p>
        </p:txBody>
      </p:sp>
      <p:sp>
        <p:nvSpPr>
          <p:cNvPr id="11" name="описывает и исполняет tool">
            <a:extLst xmlns:a="http://schemas.openxmlformats.org/drawingml/2006/main">
              <a:ext uri="{FF2B5EF4-FFF2-40B4-BE49-F238E27FC236}">
                <a16:creationId xmlns:a16="http://schemas.microsoft.com/office/drawing/2014/main" id="{AD6191A2-4E91-4F0E-A92A-49B532D0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описывает и исполняет tool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AAF28-FD24-4327-97D4-572C6ACA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4797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F3"/>
          </a:solidFill>
          <a:ln xmlns:a="http://schemas.openxmlformats.org/drawingml/2006/main" w="0">
            <a:solidFill>
              <a:srgbClr val="DFCEF3"/>
            </a:solidFill>
            <a:prstDash val="solid"/>
          </a:ln>
        </p:spPr>
      </p:sp>
      <p:sp>
        <p:nvSpPr>
          <p:cNvPr id="13" name="3">
            <a:extLst xmlns:a="http://schemas.openxmlformats.org/drawingml/2006/main">
              <a:ext uri="{FF2B5EF4-FFF2-40B4-BE49-F238E27FC236}">
                <a16:creationId xmlns:a16="http://schemas.microsoft.com/office/drawing/2014/main" id="{3830A764-05E3-4647-B24D-2E228DAD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480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7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4" name="Сервис / API">
            <a:extLst xmlns:a="http://schemas.openxmlformats.org/drawingml/2006/main">
              <a:ext uri="{FF2B5EF4-FFF2-40B4-BE49-F238E27FC236}">
                <a16:creationId xmlns:a16="http://schemas.microsoft.com/office/drawing/2014/main" id="{43B53F16-7705-4E6F-A947-38D0D002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480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7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Сервис / API</a:t>
            </a:r>
          </a:p>
        </p:txBody>
      </p:sp>
      <p:sp>
        <p:nvSpPr>
          <p:cNvPr id="15" name="выполняет операцию">
            <a:extLst xmlns:a="http://schemas.openxmlformats.org/drawingml/2006/main">
              <a:ext uri="{FF2B5EF4-FFF2-40B4-BE49-F238E27FC236}">
                <a16:creationId xmlns:a16="http://schemas.microsoft.com/office/drawing/2014/main" id="{AA6436F3-89E4-4F25-9722-2959B38A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выполняет операцию</a:t>
            </a:r>
          </a:p>
        </p:txBody>
      </p:sp>
      <p:sp>
        <p:nvSpPr>
          <p:cNvPr id="16" name="ЧТО ДАЁТ ПРОТОКОЛ">
            <a:extLst xmlns:a="http://schemas.openxmlformats.org/drawingml/2006/main">
              <a:ext uri="{FF2B5EF4-FFF2-40B4-BE49-F238E27FC236}">
                <a16:creationId xmlns:a16="http://schemas.microsoft.com/office/drawing/2014/main" id="{465A771A-3051-4871-A7E1-23D0885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38275"/>
            <a:ext cx="3571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5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ЧТО ДАЁТ ПРОТОКОЛ</a:t>
            </a:r>
          </a:p>
        </p:txBody>
      </p:sp>
      <p:sp>
        <p:nvSpPr>
          <p:cNvPr id="17" name="1">
            <a:extLst xmlns:a="http://schemas.openxmlformats.org/drawingml/2006/main">
              <a:ext uri="{FF2B5EF4-FFF2-40B4-BE49-F238E27FC236}">
                <a16:creationId xmlns:a16="http://schemas.microsoft.com/office/drawing/2014/main" id="{C883638D-DB1A-49F2-A510-6717CEF3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7716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7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18" name="Переиспользование">
            <a:extLst xmlns:a="http://schemas.openxmlformats.org/drawingml/2006/main">
              <a:ext uri="{FF2B5EF4-FFF2-40B4-BE49-F238E27FC236}">
                <a16:creationId xmlns:a16="http://schemas.microsoft.com/office/drawing/2014/main" id="{8C59229C-9143-429E-9D81-7168CB1A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71650"/>
            <a:ext cx="311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Переиспользование</a:t>
            </a:r>
          </a:p>
        </p:txBody>
      </p:sp>
      <p:sp>
        <p:nvSpPr>
          <p:cNvPr id="19" name="Один сервер могут подключать разные совместимые клиенты.">
            <a:extLst xmlns:a="http://schemas.openxmlformats.org/drawingml/2006/main">
              <a:ext uri="{FF2B5EF4-FFF2-40B4-BE49-F238E27FC236}">
                <a16:creationId xmlns:a16="http://schemas.microsoft.com/office/drawing/2014/main" id="{6159D91A-AFD8-4218-B49D-D23F46A7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76450"/>
            <a:ext cx="31146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Один сервер могут подключать разные совместимые клиенты.</a:t>
            </a:r>
          </a:p>
        </p:txBody>
      </p:sp>
      <p:sp>
        <p:nvSpPr>
          <p:cNvPr id="20" name="2">
            <a:extLst xmlns:a="http://schemas.openxmlformats.org/drawingml/2006/main">
              <a:ext uri="{FF2B5EF4-FFF2-40B4-BE49-F238E27FC236}">
                <a16:creationId xmlns:a16="http://schemas.microsoft.com/office/drawing/2014/main" id="{E1217AFE-CE6C-473E-B5D2-23C100D7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146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7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21" name="Обнаружение возможностей">
            <a:extLst xmlns:a="http://schemas.openxmlformats.org/drawingml/2006/main">
              <a:ext uri="{FF2B5EF4-FFF2-40B4-BE49-F238E27FC236}">
                <a16:creationId xmlns:a16="http://schemas.microsoft.com/office/drawing/2014/main" id="{FDA44248-8CA4-488D-9E02-FFFECAE4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14600"/>
            <a:ext cx="311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Обнаружение возможностей</a:t>
            </a:r>
          </a:p>
        </p:txBody>
      </p:sp>
      <p:sp>
        <p:nvSpPr>
          <p:cNvPr id="22" name="Клиент получает tools и их схемы в согласованном формате.">
            <a:extLst xmlns:a="http://schemas.openxmlformats.org/drawingml/2006/main">
              <a:ext uri="{FF2B5EF4-FFF2-40B4-BE49-F238E27FC236}">
                <a16:creationId xmlns:a16="http://schemas.microsoft.com/office/drawing/2014/main" id="{8C274C25-96B4-4E87-AD6E-866DDD99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19400"/>
            <a:ext cx="31146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Клиент получает tools и их схемы в согласованном формате.</a:t>
            </a:r>
          </a:p>
        </p:txBody>
      </p:sp>
      <p:sp>
        <p:nvSpPr>
          <p:cNvPr id="23" name="3">
            <a:extLst xmlns:a="http://schemas.openxmlformats.org/drawingml/2006/main">
              <a:ext uri="{FF2B5EF4-FFF2-40B4-BE49-F238E27FC236}">
                <a16:creationId xmlns:a16="http://schemas.microsoft.com/office/drawing/2014/main" id="{A7A49302-0E1F-473B-80B5-9785E36D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575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72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4" name="Общие правила обмена">
            <a:extLst xmlns:a="http://schemas.openxmlformats.org/drawingml/2006/main">
              <a:ext uri="{FF2B5EF4-FFF2-40B4-BE49-F238E27FC236}">
                <a16:creationId xmlns:a16="http://schemas.microsoft.com/office/drawing/2014/main" id="{60EEF890-B099-4D81-8BC6-B39D71CF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3114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Сообщения JSON-RPC 2.0</a:t>
            </a:r>
          </a:p>
        </p:txBody>
      </p:sp>
      <p:sp>
        <p:nvSpPr>
          <p:cNvPr id="25" name="Результаты, ошибки и HTTP-авторизация описываются протоколом.">
            <a:extLst xmlns:a="http://schemas.openxmlformats.org/drawingml/2006/main">
              <a:ext uri="{FF2B5EF4-FFF2-40B4-BE49-F238E27FC236}">
                <a16:creationId xmlns:a16="http://schemas.microsoft.com/office/drawing/2014/main" id="{017CE51E-D5EA-40D5-92BA-4508C58F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62350"/>
            <a:ext cx="31146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Единый формат запросов, результатов и ошибок между клиентом и сервером.</a:t>
            </a:r>
          </a:p>
        </p:txBody>
      </p:sp>
      <p:sp>
        <p:nvSpPr>
          <p:cNvPr id="26" name="«Создай задачу»: tool create_issue(project, title) внутри MCP мож">
            <a:extLst xmlns:a="http://schemas.openxmlformats.org/drawingml/2006/main">
              <a:ext uri="{FF2B5EF4-FFF2-40B4-BE49-F238E27FC236}">
                <a16:creationId xmlns:a16="http://schemas.microsoft.com/office/drawing/2014/main" id="{E7EF2A87-7649-422E-88D2-89AEB812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25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125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«Создай задачу»: tool create_issue(project, title) внутри MCP может вызвать POST /issues обычного API.</a:t>
            </a:r>
          </a:p>
        </p:txBody>
      </p:sp>
      <p:sp>
        <p:nvSpPr>
          <p:cNvPr id="27" name="Архитектура MCP">
            <a:extLst xmlns:a="http://schemas.openxmlformats.org/drawingml/2006/main">
              <a:ext uri="{FF2B5EF4-FFF2-40B4-BE49-F238E27FC236}">
                <a16:creationId xmlns:a16="http://schemas.microsoft.com/office/drawing/2014/main" id="{1CC3A6CE-C5AC-42CF-81CC-F744FCBD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7ad3d10860ab416b"/>
              </a:rPr>
              <a:t>Архитектура MCP</a:t>
            </a:r>
          </a:p>
        </p:txBody>
      </p:sp>
      <p:sp>
        <p:nvSpPr>
          <p:cNvPr id="28" name="Доклад: MCP под капотом">
            <a:extLst xmlns:a="http://schemas.openxmlformats.org/drawingml/2006/main">
              <a:ext uri="{FF2B5EF4-FFF2-40B4-BE49-F238E27FC236}">
                <a16:creationId xmlns:a16="http://schemas.microsoft.com/office/drawing/2014/main" id="{3FF6D0AF-8640-472A-AC1D-925608B3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81500"/>
            <a:ext cx="3571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800e78ce5ccb4403"/>
              </a:rPr>
              <a:t>Доклад: MCP под капотом</a:t>
            </a:r>
          </a:p>
        </p:txBody>
      </p:sp>
      <p:sp>
        <p:nvSpPr>
          <p:cNvPr id="29" name="MCP часто работает поверх API. Для одной интеграции прямой SDK ил">
            <a:extLst xmlns:a="http://schemas.openxmlformats.org/drawingml/2006/main">
              <a:ext uri="{FF2B5EF4-FFF2-40B4-BE49-F238E27FC236}">
                <a16:creationId xmlns:a16="http://schemas.microsoft.com/office/drawing/2014/main" id="{CB7C2362-D251-489A-BDEA-57A01684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MCP часто работает поверх API. Для одной интеграции прямой SDK или CLI тоже подходит; права MCP сам не выдаёт.</a:t>
            </a:r>
          </a:p>
        </p:txBody>
      </p:sp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43">
            <a:extLst xmlns:a="http://schemas.openxmlformats.org/drawingml/2006/main">
              <a:ext uri="{FF2B5EF4-FFF2-40B4-BE49-F238E27FC236}">
                <a16:creationId xmlns:a16="http://schemas.microsoft.com/office/drawing/2014/main" id="{FCEA0320-14A2-4FA0-A70E-115BAA45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42</a:t>
            </a:r>
          </a:p>
        </p:txBody>
      </p:sp>
      <p:sp>
        <p:nvSpPr>
          <p:cNvPr id="2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5C9DF392-9D91-482A-B759-6299AA2D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 w="0">
            <a:noFill/>
          </a:ln>
        </p:spPr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B59DA940-A1AF-4C65-BA58-E1B08A6F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AFC"/>
          </a:solidFill>
          <a:ln xmlns:a="http://schemas.openxmlformats.org/drawingml/2006/main" w="0">
            <a:noFill/>
          </a:ln>
        </p:spPr>
      </p:sp>
      <p:sp>
        <p:nvSpPr>
          <p:cNvPr id="4" name="Как skill и MCP работают вместе">
            <a:extLst xmlns:a="http://schemas.openxmlformats.org/drawingml/2006/main">
              <a:ext uri="{FF2B5EF4-FFF2-40B4-BE49-F238E27FC236}">
                <a16:creationId xmlns:a16="http://schemas.microsoft.com/office/drawing/2014/main" id="{3D3A0172-2125-4995-85D8-9B5A4382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Как skill и MCP работают вместе</a:t>
            </a:r>
          </a:p>
        </p:txBody>
      </p:sp>
      <p:sp>
        <p:nvSpPr>
          <p:cNvPr id="5" name="Skill может использовать MCP, CLI или SDK. Выбор зависит от досту">
            <a:extLst xmlns:a="http://schemas.openxmlformats.org/drawingml/2006/main">
              <a:ext uri="{FF2B5EF4-FFF2-40B4-BE49-F238E27FC236}">
                <a16:creationId xmlns:a16="http://schemas.microsoft.com/office/drawing/2014/main" id="{0C6E8176-8A66-4087-A27F-840D07FF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Skill может использовать MCP, CLI или SDK. Выбор зависит от доступных интерфейсов и способов сопровождения.</a:t>
            </a:r>
          </a:p>
        </p:txBody>
      </p:sp>
      <p:sp>
        <p:nvSpPr>
          <p:cNvPr id="6" name="Skill: процедура">
            <a:extLst xmlns:a="http://schemas.openxmlformats.org/drawingml/2006/main">
              <a:ext uri="{FF2B5EF4-FFF2-40B4-BE49-F238E27FC236}">
                <a16:creationId xmlns:a16="http://schemas.microsoft.com/office/drawing/2014/main" id="{0AD4FC23-51A6-4799-8E40-4F428B0C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Skill: процедура</a:t>
            </a:r>
          </a:p>
        </p:txBody>
      </p:sp>
      <p:sp>
        <p:nvSpPr>
          <p:cNvPr id="7" name="Прочитай требования.&#10;Найди подходящие примеры.&#10;Выполни проверки и">
            <a:extLst xmlns:a="http://schemas.openxmlformats.org/drawingml/2006/main">
              <a:ext uri="{FF2B5EF4-FFF2-40B4-BE49-F238E27FC236}">
                <a16:creationId xmlns:a16="http://schemas.microsoft.com/office/drawing/2014/main" id="{FEFA7FCA-BDB6-4841-AA2D-42C26513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52725"/>
            <a:ext cx="3476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Прочитай требования.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Найди подходящие примеры.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Выполни проверки и составь отчёт.</a:t>
            </a:r>
          </a:p>
        </p:txBody>
      </p:sp>
      <p:sp>
        <p:nvSpPr>
          <p:cNvPr id="8" name="MCP: подключение">
            <a:extLst xmlns:a="http://schemas.openxmlformats.org/drawingml/2006/main">
              <a:ext uri="{FF2B5EF4-FFF2-40B4-BE49-F238E27FC236}">
                <a16:creationId xmlns:a16="http://schemas.microsoft.com/office/drawing/2014/main" id="{587587D5-0B90-4CB3-840C-E6B17852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MCP: подключение</a:t>
            </a:r>
          </a:p>
        </p:txBody>
      </p:sp>
      <p:sp>
        <p:nvSpPr>
          <p:cNvPr id="9" name="Получить задачу из трекера.&#10;Прочитать обсуждение PR.&#10;Проверить сц">
            <a:extLst xmlns:a="http://schemas.openxmlformats.org/drawingml/2006/main">
              <a:ext uri="{FF2B5EF4-FFF2-40B4-BE49-F238E27FC236}">
                <a16:creationId xmlns:a16="http://schemas.microsoft.com/office/drawing/2014/main" id="{A601E56C-6E2D-4A3F-A7DF-9A2F908B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52725"/>
            <a:ext cx="3476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Получить задачу из трекера.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Прочитать обсуждение PR.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Проверить сценарий в браузере.</a:t>
            </a:r>
          </a:p>
        </p:txBody>
      </p:sp>
      <p:sp>
        <p:nvSpPr>
          <p:cNvPr id="10" name="Авторизация возможна и в CLI/SDK. MCP не выдаёт права сам и не за">
            <a:extLst xmlns:a="http://schemas.openxmlformats.org/drawingml/2006/main">
              <a:ext uri="{FF2B5EF4-FFF2-40B4-BE49-F238E27FC236}">
                <a16:creationId xmlns:a16="http://schemas.microsoft.com/office/drawing/2014/main" id="{A20D264E-AC4F-4FBE-974F-CA7CBADE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Авторизация возможна и в CLI/SDK. MCP не выдаёт права сам и не заменяет правила работы.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873FFC-CDEF-4AF9-9F6E-611247BB4E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d2fc3fce64be8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53371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44">
            <a:extLst xmlns:a="http://schemas.openxmlformats.org/drawingml/2006/main">
              <a:ext uri="{FF2B5EF4-FFF2-40B4-BE49-F238E27FC236}">
                <a16:creationId xmlns:a16="http://schemas.microsoft.com/office/drawing/2014/main" id="{3E162CEF-3F99-4A04-8127-A6087F70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43</a:t>
            </a:r>
          </a:p>
        </p:txBody>
      </p:sp>
      <p:sp>
        <p:nvSpPr>
          <p:cNvPr id="19" name="Полезные MCP для разных задач">
            <a:extLst xmlns:a="http://schemas.openxmlformats.org/drawingml/2006/main">
              <a:ext uri="{FF2B5EF4-FFF2-40B4-BE49-F238E27FC236}">
                <a16:creationId xmlns:a16="http://schemas.microsoft.com/office/drawing/2014/main" id="{00D1E801-6F4B-46EA-88A2-654C9F08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Полезные MCP для разных задач</a:t>
            </a:r>
          </a:p>
        </p:txBody>
      </p:sp>
      <p:sp>
        <p:nvSpPr>
          <p:cNvPr id="20" name="Выбираем подключение под задачу. Название ведёт к инструкции авто">
            <a:extLst xmlns:a="http://schemas.openxmlformats.org/drawingml/2006/main">
              <a:ext uri="{FF2B5EF4-FFF2-40B4-BE49-F238E27FC236}">
                <a16:creationId xmlns:a16="http://schemas.microsoft.com/office/drawing/2014/main" id="{9142B201-BC37-458D-9B2A-2C1FE95D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5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Выбираем подключение под задачу. Название ведёт к инструкции автора.</a:t>
            </a:r>
          </a:p>
        </p:txBody>
      </p:sp>
      <p:sp>
        <p:nvSpPr>
          <p:cNvPr id="21" name="GitHub">
            <a:extLst xmlns:a="http://schemas.openxmlformats.org/drawingml/2006/main">
              <a:ext uri="{FF2B5EF4-FFF2-40B4-BE49-F238E27FC236}">
                <a16:creationId xmlns:a16="http://schemas.microsoft.com/office/drawing/2014/main" id="{AB481B07-DA73-43B8-909E-163036E3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27309ebdfdf94f22"/>
              </a:rPr>
              <a:t>GitHub</a:t>
            </a:r>
          </a:p>
        </p:txBody>
      </p:sp>
      <p:sp>
        <p:nvSpPr>
          <p:cNvPr id="22" name="Issues, pull requests и обсуждения review.">
            <a:extLst xmlns:a="http://schemas.openxmlformats.org/drawingml/2006/main">
              <a:ext uri="{FF2B5EF4-FFF2-40B4-BE49-F238E27FC236}">
                <a16:creationId xmlns:a16="http://schemas.microsoft.com/office/drawing/2014/main" id="{3A0D6CEA-0E88-4011-8C3F-2FF4B731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3714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Issues, pull requests и обсуждения review.</a:t>
            </a:r>
          </a:p>
        </p:txBody>
      </p:sp>
      <p:sp>
        <p:nvSpPr>
          <p:cNvPr id="23" name="Playwright">
            <a:extLst xmlns:a="http://schemas.openxmlformats.org/drawingml/2006/main">
              <a:ext uri="{FF2B5EF4-FFF2-40B4-BE49-F238E27FC236}">
                <a16:creationId xmlns:a16="http://schemas.microsoft.com/office/drawing/2014/main" id="{ACD66FA4-261A-4035-8580-6BD09707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8c3b003fa6334f93"/>
              </a:rPr>
              <a:t>Playwright</a:t>
            </a:r>
          </a:p>
        </p:txBody>
      </p:sp>
      <p:sp>
        <p:nvSpPr>
          <p:cNvPr id="24" name="Сценарии в браузере и проверка интерфейса.">
            <a:extLst xmlns:a="http://schemas.openxmlformats.org/drawingml/2006/main">
              <a:ext uri="{FF2B5EF4-FFF2-40B4-BE49-F238E27FC236}">
                <a16:creationId xmlns:a16="http://schemas.microsoft.com/office/drawing/2014/main" id="{D483A6A8-F43B-4F57-A5CF-28257E28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3714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Сценарии в браузере и проверка интерфейса.</a:t>
            </a:r>
          </a:p>
        </p:txBody>
      </p:sp>
      <p:sp>
        <p:nvSpPr>
          <p:cNvPr id="25" name="Context7">
            <a:extLst xmlns:a="http://schemas.openxmlformats.org/drawingml/2006/main">
              <a:ext uri="{FF2B5EF4-FFF2-40B4-BE49-F238E27FC236}">
                <a16:creationId xmlns:a16="http://schemas.microsoft.com/office/drawing/2014/main" id="{F5676C03-4FF1-46F7-BEFA-0FFF0B2A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b32b7aba3ec74909"/>
              </a:rPr>
              <a:t>Context7</a:t>
            </a:r>
          </a:p>
        </p:txBody>
      </p:sp>
      <p:sp>
        <p:nvSpPr>
          <p:cNvPr id="26" name="Документация и примеры нужного SDK.">
            <a:extLst xmlns:a="http://schemas.openxmlformats.org/drawingml/2006/main">
              <a:ext uri="{FF2B5EF4-FFF2-40B4-BE49-F238E27FC236}">
                <a16:creationId xmlns:a16="http://schemas.microsoft.com/office/drawing/2014/main" id="{E2D3334B-B376-43BC-B343-AB3485F3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28975"/>
            <a:ext cx="3714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Документация и примеры нужного SDK.</a:t>
            </a:r>
          </a:p>
        </p:txBody>
      </p:sp>
      <p:sp>
        <p:nvSpPr>
          <p:cNvPr id="27" name="Figma">
            <a:extLst xmlns:a="http://schemas.openxmlformats.org/drawingml/2006/main">
              <a:ext uri="{FF2B5EF4-FFF2-40B4-BE49-F238E27FC236}">
                <a16:creationId xmlns:a16="http://schemas.microsoft.com/office/drawing/2014/main" id="{31613EDC-9E8E-45F3-85D6-F8E12A23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205f15abc2d7460b"/>
              </a:rPr>
              <a:t>Figma</a:t>
            </a:r>
          </a:p>
        </p:txBody>
      </p:sp>
      <p:sp>
        <p:nvSpPr>
          <p:cNvPr id="28" name="Макеты, компоненты и дизайн-контекст.">
            <a:extLst xmlns:a="http://schemas.openxmlformats.org/drawingml/2006/main">
              <a:ext uri="{FF2B5EF4-FFF2-40B4-BE49-F238E27FC236}">
                <a16:creationId xmlns:a16="http://schemas.microsoft.com/office/drawing/2014/main" id="{C4D1AD1B-CE5D-4555-9B48-FBE6F9CD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14775"/>
            <a:ext cx="3714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Макеты, компоненты и дизайн-контекст.</a:t>
            </a:r>
          </a:p>
        </p:txBody>
      </p:sp>
      <p:sp>
        <p:nvSpPr>
          <p:cNvPr id="29" name="Sentry">
            <a:extLst xmlns:a="http://schemas.openxmlformats.org/drawingml/2006/main">
              <a:ext uri="{FF2B5EF4-FFF2-40B4-BE49-F238E27FC236}">
                <a16:creationId xmlns:a16="http://schemas.microsoft.com/office/drawing/2014/main" id="{01DFAC1E-79C3-4FEA-B3B8-EA12970C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6210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9a2dc5b4fbe14baf"/>
              </a:rPr>
              <a:t>Sentry</a:t>
            </a:r>
          </a:p>
        </p:txBody>
      </p:sp>
      <p:sp>
        <p:nvSpPr>
          <p:cNvPr id="30" name="Ошибки, stack traces и диагностика проблем.">
            <a:extLst xmlns:a="http://schemas.openxmlformats.org/drawingml/2006/main">
              <a:ext uri="{FF2B5EF4-FFF2-40B4-BE49-F238E27FC236}">
                <a16:creationId xmlns:a16="http://schemas.microsoft.com/office/drawing/2014/main" id="{9450D9E1-C58D-422C-B8C9-DD182E36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57375"/>
            <a:ext cx="3571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Ошибки, stack traces и диагностика проблем.</a:t>
            </a:r>
          </a:p>
        </p:txBody>
      </p:sp>
      <p:sp>
        <p:nvSpPr>
          <p:cNvPr id="31" name="Supabase">
            <a:extLst xmlns:a="http://schemas.openxmlformats.org/drawingml/2006/main">
              <a:ext uri="{FF2B5EF4-FFF2-40B4-BE49-F238E27FC236}">
                <a16:creationId xmlns:a16="http://schemas.microsoft.com/office/drawing/2014/main" id="{0D2AF08D-2197-4957-AB32-A09C1677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4790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74f77b6b3c6e4347"/>
              </a:rPr>
              <a:t>Supabase</a:t>
            </a:r>
          </a:p>
        </p:txBody>
      </p:sp>
      <p:sp>
        <p:nvSpPr>
          <p:cNvPr id="32" name="Схема БД, запросы и логи проекта.">
            <a:extLst xmlns:a="http://schemas.openxmlformats.org/drawingml/2006/main">
              <a:ext uri="{FF2B5EF4-FFF2-40B4-BE49-F238E27FC236}">
                <a16:creationId xmlns:a16="http://schemas.microsoft.com/office/drawing/2014/main" id="{E3F0D6B2-DE0C-46DA-A07E-592C60FA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43175"/>
            <a:ext cx="3571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Схема БД, запросы и логи проекта.</a:t>
            </a:r>
          </a:p>
        </p:txBody>
      </p:sp>
      <p:sp>
        <p:nvSpPr>
          <p:cNvPr id="33" name="Notion">
            <a:extLst xmlns:a="http://schemas.openxmlformats.org/drawingml/2006/main">
              <a:ext uri="{FF2B5EF4-FFF2-40B4-BE49-F238E27FC236}">
                <a16:creationId xmlns:a16="http://schemas.microsoft.com/office/drawing/2014/main" id="{95D03F82-A2FB-4C13-A44D-824F72D2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3370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8a15e9f4319f4c4e"/>
              </a:rPr>
              <a:t>Notion</a:t>
            </a:r>
          </a:p>
        </p:txBody>
      </p:sp>
      <p:sp>
        <p:nvSpPr>
          <p:cNvPr id="34" name="Поиск и работа со страницами workspace.">
            <a:extLst xmlns:a="http://schemas.openxmlformats.org/drawingml/2006/main">
              <a:ext uri="{FF2B5EF4-FFF2-40B4-BE49-F238E27FC236}">
                <a16:creationId xmlns:a16="http://schemas.microsoft.com/office/drawing/2014/main" id="{0A835D16-95BE-4F9F-9BAA-EA123E11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28975"/>
            <a:ext cx="3571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Поиск и работа со страницами workspace.</a:t>
            </a:r>
          </a:p>
        </p:txBody>
      </p:sp>
      <p:sp>
        <p:nvSpPr>
          <p:cNvPr id="35" name="Linear">
            <a:extLst xmlns:a="http://schemas.openxmlformats.org/drawingml/2006/main">
              <a:ext uri="{FF2B5EF4-FFF2-40B4-BE49-F238E27FC236}">
                <a16:creationId xmlns:a16="http://schemas.microsoft.com/office/drawing/2014/main" id="{5334385C-74E9-47D7-B664-ABFF8F9A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1950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5752e3dd195445cc"/>
              </a:rPr>
              <a:t>Linear</a:t>
            </a:r>
          </a:p>
        </p:txBody>
      </p:sp>
      <p:sp>
        <p:nvSpPr>
          <p:cNvPr id="36" name="Задачи, проекты и их актуальное состояние.">
            <a:extLst xmlns:a="http://schemas.openxmlformats.org/drawingml/2006/main">
              <a:ext uri="{FF2B5EF4-FFF2-40B4-BE49-F238E27FC236}">
                <a16:creationId xmlns:a16="http://schemas.microsoft.com/office/drawing/2014/main" id="{3596528C-5EAC-4491-A43E-EAB17115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14775"/>
            <a:ext cx="3571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Задачи, проекты и их актуальное состояние.</a:t>
            </a:r>
          </a:p>
        </p:txBody>
      </p:sp>
      <p:sp>
        <p:nvSpPr>
          <p:cNvPr id="37" name="Официальный MCP Registry">
            <a:extLst xmlns:a="http://schemas.openxmlformats.org/drawingml/2006/main">
              <a:ext uri="{FF2B5EF4-FFF2-40B4-BE49-F238E27FC236}">
                <a16:creationId xmlns:a16="http://schemas.microsoft.com/office/drawing/2014/main" id="{4DF3A67C-6529-40BB-8351-0EA66191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0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62682253c20e495a"/>
              </a:rPr>
              <a:t>Официальный MCP Registry</a:t>
            </a:r>
          </a:p>
        </p:txBody>
      </p:sp>
      <p:sp>
        <p:nvSpPr>
          <p:cNvPr id="38" name="Проверьте совместимость клиента, авторизацию и права. Для экспери">
            <a:extLst xmlns:a="http://schemas.openxmlformats.org/drawingml/2006/main">
              <a:ext uri="{FF2B5EF4-FFF2-40B4-BE49-F238E27FC236}">
                <a16:creationId xmlns:a16="http://schemas.microsoft.com/office/drawing/2014/main" id="{322D2728-F009-4209-850A-279DCAC5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Проверьте совместимость клиента, авторизацию и права. Для экспериментов с БД используйте тестовый проект и read-only.</a:t>
            </a:r>
          </a:p>
        </p:txBody>
      </p:sp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45">
            <a:extLst xmlns:a="http://schemas.openxmlformats.org/drawingml/2006/main">
              <a:ext uri="{FF2B5EF4-FFF2-40B4-BE49-F238E27FC236}">
                <a16:creationId xmlns:a16="http://schemas.microsoft.com/office/drawing/2014/main" id="{E63FE815-8D72-4210-9A94-4ED8B838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44</a:t>
            </a:r>
          </a:p>
        </p:txBody>
      </p:sp>
      <p:sp>
        <p:nvSpPr>
          <p:cNvPr id="2" name="Общие интеграции и корпоративные каталоги">
            <a:extLst xmlns:a="http://schemas.openxmlformats.org/drawingml/2006/main">
              <a:ext uri="{FF2B5EF4-FFF2-40B4-BE49-F238E27FC236}">
                <a16:creationId xmlns:a16="http://schemas.microsoft.com/office/drawing/2014/main" id="{CA215EA1-FCE8-41EC-AC25-BFA052E7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Общие интеграции и корпоративные каталоги</a:t>
            </a:r>
          </a:p>
        </p:txBody>
      </p:sp>
      <p:sp>
        <p:nvSpPr>
          <p:cNvPr id="3" name="Команда может централизованно подключать внутренние системы и соп">
            <a:extLst xmlns:a="http://schemas.openxmlformats.org/drawingml/2006/main">
              <a:ext uri="{FF2B5EF4-FFF2-40B4-BE49-F238E27FC236}">
                <a16:creationId xmlns:a16="http://schemas.microsoft.com/office/drawing/2014/main" id="{2797F4E0-AC1A-4017-AF04-4184B14E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Команда может централизованно подключать внутренние системы и сопровождать доступы.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B07E2CE2-57DE-4890-8BED-7B2F84DC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5" name="Выбрать возможности">
            <a:extLst xmlns:a="http://schemas.openxmlformats.org/drawingml/2006/main">
              <a:ext uri="{FF2B5EF4-FFF2-40B4-BE49-F238E27FC236}">
                <a16:creationId xmlns:a16="http://schemas.microsoft.com/office/drawing/2014/main" id="{6716BB6B-B5CD-4DFB-9443-BA0BEB99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Выбрать возможности</a:t>
            </a:r>
          </a:p>
        </p:txBody>
      </p:sp>
      <p:sp>
        <p:nvSpPr>
          <p:cNvPr id="6" name="Трекер, wiki, репозитории и аналитика: только нужные операции.">
            <a:extLst xmlns:a="http://schemas.openxmlformats.org/drawingml/2006/main">
              <a:ext uri="{FF2B5EF4-FFF2-40B4-BE49-F238E27FC236}">
                <a16:creationId xmlns:a16="http://schemas.microsoft.com/office/drawing/2014/main" id="{786C19CF-A9D5-4430-853D-944E2B1B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2514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Трекер, wiki, репозитории и аналитика: только нужные операции.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BE40FA31-9B30-4D53-B548-219CBE6B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8" name="Настроить авторизацию">
            <a:extLst xmlns:a="http://schemas.openxmlformats.org/drawingml/2006/main">
              <a:ext uri="{FF2B5EF4-FFF2-40B4-BE49-F238E27FC236}">
                <a16:creationId xmlns:a16="http://schemas.microsoft.com/office/drawing/2014/main" id="{CCB40B56-3C9D-47E1-9C81-068E740F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669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Настроить авторизацию</a:t>
            </a:r>
          </a:p>
        </p:txBody>
      </p:sp>
      <p:sp>
        <p:nvSpPr>
          <p:cNvPr id="9" name="Учётные данные, разрешения и ограничения проверяются вне текста п">
            <a:extLst xmlns:a="http://schemas.openxmlformats.org/drawingml/2006/main">
              <a:ext uri="{FF2B5EF4-FFF2-40B4-BE49-F238E27FC236}">
                <a16:creationId xmlns:a16="http://schemas.microsoft.com/office/drawing/2014/main" id="{14465F4C-E65F-4961-9DC0-1C6DB192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67050"/>
            <a:ext cx="2514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Учётные данные, разрешения и ограничения проверяются вне текста промпта.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5E93FD6A-A257-4E08-825F-1FB54325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1" name="Подключить клиент">
            <a:extLst xmlns:a="http://schemas.openxmlformats.org/drawingml/2006/main">
              <a:ext uri="{FF2B5EF4-FFF2-40B4-BE49-F238E27FC236}">
                <a16:creationId xmlns:a16="http://schemas.microsoft.com/office/drawing/2014/main" id="{08DD2E94-FCE0-43AA-B27D-719C3F82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669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Подключить клиент</a:t>
            </a:r>
          </a:p>
        </p:txBody>
      </p:sp>
      <p:sp>
        <p:nvSpPr>
          <p:cNvPr id="12" name="Каталог или портал помогает найти разрешённые инструменты и их ве">
            <a:extLst xmlns:a="http://schemas.openxmlformats.org/drawingml/2006/main">
              <a:ext uri="{FF2B5EF4-FFF2-40B4-BE49-F238E27FC236}">
                <a16:creationId xmlns:a16="http://schemas.microsoft.com/office/drawing/2014/main" id="{E8D02B5A-1902-4916-95F4-8A0085B0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67050"/>
            <a:ext cx="2514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Каталог или портал помогает найти разрешённые инструменты и их версии.</a:t>
            </a:r>
          </a:p>
        </p:txBody>
      </p:sp>
      <p:sp>
        <p:nvSpPr>
          <p:cNvPr id="13" name="MCP Registry">
            <a:extLst xmlns:a="http://schemas.openxmlformats.org/drawingml/2006/main">
              <a:ext uri="{FF2B5EF4-FFF2-40B4-BE49-F238E27FC236}">
                <a16:creationId xmlns:a16="http://schemas.microsoft.com/office/drawing/2014/main" id="{B88F06BD-600D-433A-BBE4-7329B7D6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18189a6ce823411c"/>
              </a:rPr>
              <a:t>MCP Registry</a:t>
            </a:r>
          </a:p>
        </p:txBody>
      </p:sp>
      <p:sp>
        <p:nvSpPr>
          <p:cNvPr id="14" name="Cloudflare MCP portals">
            <a:extLst xmlns:a="http://schemas.openxmlformats.org/drawingml/2006/main">
              <a:ext uri="{FF2B5EF4-FFF2-40B4-BE49-F238E27FC236}">
                <a16:creationId xmlns:a16="http://schemas.microsoft.com/office/drawing/2014/main" id="{021CFB5C-D4C7-4CA1-8A3B-15946C0B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767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cb7b545c5b16459b"/>
              </a:rPr>
              <a:t>Cloudflare MCP portals</a:t>
            </a:r>
          </a:p>
        </p:txBody>
      </p:sp>
      <p:sp>
        <p:nvSpPr>
          <p:cNvPr id="15" name="Пример платформы: Cloudflare MCP server portals. Права в исходной">
            <a:extLst xmlns:a="http://schemas.openxmlformats.org/drawingml/2006/main">
              <a:ext uri="{FF2B5EF4-FFF2-40B4-BE49-F238E27FC236}">
                <a16:creationId xmlns:a16="http://schemas.microsoft.com/office/drawing/2014/main" id="{2038FBCC-55EB-4F58-B762-80C56C8D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Пример платформы: Cloudflare MCP server portals. Права в исходной системе проверяются отдельно.</a:t>
            </a:r>
          </a:p>
        </p:txBody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224359-FBB4-41C1-8049-E6D4B6DDBD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93780ca6d4074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46">
            <a:extLst xmlns:a="http://schemas.openxmlformats.org/drawingml/2006/main">
              <a:ext uri="{FF2B5EF4-FFF2-40B4-BE49-F238E27FC236}">
                <a16:creationId xmlns:a16="http://schemas.microsoft.com/office/drawing/2014/main" id="{075425AE-84B1-414B-86C6-C59ED013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45</a:t>
            </a:r>
          </a:p>
        </p:txBody>
      </p:sp>
      <p:sp>
        <p:nvSpPr>
          <p:cNvPr id="2" name="Как написать и проверить свой MCP">
            <a:extLst xmlns:a="http://schemas.openxmlformats.org/drawingml/2006/main">
              <a:ext uri="{FF2B5EF4-FFF2-40B4-BE49-F238E27FC236}">
                <a16:creationId xmlns:a16="http://schemas.microsoft.com/office/drawing/2014/main" id="{CB55CCB1-16FA-4AA4-BC03-CE510F8E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Как написать и проверить свой MCP</a:t>
            </a:r>
          </a:p>
        </p:txBody>
      </p:sp>
      <p:sp>
        <p:nvSpPr>
          <p:cNvPr id="3" name="Начинаем с одного полезного инструмента, затем проверяем его отде">
            <a:extLst xmlns:a="http://schemas.openxmlformats.org/drawingml/2006/main">
              <a:ext uri="{FF2B5EF4-FFF2-40B4-BE49-F238E27FC236}">
                <a16:creationId xmlns:a16="http://schemas.microsoft.com/office/drawing/2014/main" id="{56DF0E4C-D451-4E20-9E15-B44A2599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Начинаем с одного полезного инструмента, затем проверяем его отдельно и в агенте.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1B36CE49-F08B-4A2B-830B-A0925484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5" name="Реализовать инструмент">
            <a:extLst xmlns:a="http://schemas.openxmlformats.org/drawingml/2006/main">
              <a:ext uri="{FF2B5EF4-FFF2-40B4-BE49-F238E27FC236}">
                <a16:creationId xmlns:a16="http://schemas.microsoft.com/office/drawing/2014/main" id="{35C63DF5-9982-4191-8C3C-E1F47978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Реализовать инструмент</a:t>
            </a:r>
          </a:p>
        </p:txBody>
      </p:sp>
      <p:sp>
        <p:nvSpPr>
          <p:cNvPr id="6" name="Описать tool, аргументы и результат. Написать обработчик через SD">
            <a:extLst xmlns:a="http://schemas.openxmlformats.org/drawingml/2006/main">
              <a:ext uri="{FF2B5EF4-FFF2-40B4-BE49-F238E27FC236}">
                <a16:creationId xmlns:a16="http://schemas.microsoft.com/office/drawing/2014/main" id="{C912EB30-1DDE-429F-80DC-592B90AA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2514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Описать tool, аргументы и результат. Написать обработчик через SDK протокола.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6D5F0823-2A3C-4E48-AC2B-0DBC7688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8" name="Проверить в Inspector">
            <a:extLst xmlns:a="http://schemas.openxmlformats.org/drawingml/2006/main">
              <a:ext uri="{FF2B5EF4-FFF2-40B4-BE49-F238E27FC236}">
                <a16:creationId xmlns:a16="http://schemas.microsoft.com/office/drawing/2014/main" id="{B275E03C-4816-4DD0-917C-5F8357AE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669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Проверить в Inspector</a:t>
            </a:r>
          </a:p>
        </p:txBody>
      </p:sp>
      <p:sp>
        <p:nvSpPr>
          <p:cNvPr id="9" name="Подключиться, передать известные аргументы, изучить результат и о">
            <a:extLst xmlns:a="http://schemas.openxmlformats.org/drawingml/2006/main">
              <a:ext uri="{FF2B5EF4-FFF2-40B4-BE49-F238E27FC236}">
                <a16:creationId xmlns:a16="http://schemas.microsoft.com/office/drawing/2014/main" id="{EB614696-66B3-4776-AFF7-F9964CE0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67050"/>
            <a:ext cx="2514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Подключиться, передать известные аргументы, изучить результат и ошибку.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226F5DA9-DEAF-484E-B455-37DDCBF6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1" name="Проверить в агенте">
            <a:extLst xmlns:a="http://schemas.openxmlformats.org/drawingml/2006/main">
              <a:ext uri="{FF2B5EF4-FFF2-40B4-BE49-F238E27FC236}">
                <a16:creationId xmlns:a16="http://schemas.microsoft.com/office/drawing/2014/main" id="{1BCC89A0-B095-4ADB-8AEB-7E988A0D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669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Проверить в агенте</a:t>
            </a:r>
          </a:p>
        </p:txBody>
      </p:sp>
      <p:sp>
        <p:nvSpPr>
          <p:cNvPr id="12" name="Посмотреть выбранный tool и убедиться в результате в целевой сист">
            <a:extLst xmlns:a="http://schemas.openxmlformats.org/drawingml/2006/main">
              <a:ext uri="{FF2B5EF4-FFF2-40B4-BE49-F238E27FC236}">
                <a16:creationId xmlns:a16="http://schemas.microsoft.com/office/drawing/2014/main" id="{C655197E-AC24-4C60-BF29-8B5F0606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67050"/>
            <a:ext cx="2514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Посмотреть выбранный tool и убедиться в результате в целевой системе.</a:t>
            </a:r>
          </a:p>
        </p:txBody>
      </p:sp>
      <p:sp>
        <p:nvSpPr>
          <p:cNvPr id="13" name="MCP Inspector">
            <a:extLst xmlns:a="http://schemas.openxmlformats.org/drawingml/2006/main">
              <a:ext uri="{FF2B5EF4-FFF2-40B4-BE49-F238E27FC236}">
                <a16:creationId xmlns:a16="http://schemas.microsoft.com/office/drawing/2014/main" id="{8C5D385D-90EF-4FDD-B94C-1AF93619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3705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42401ebf3adb42a6"/>
              </a:rPr>
              <a:t>MCP Inspector</a:t>
            </a:r>
          </a:p>
        </p:txBody>
      </p:sp>
      <p:sp>
        <p:nvSpPr>
          <p:cNvPr id="14" name="Учебная запись MCP">
            <a:extLst xmlns:a="http://schemas.openxmlformats.org/drawingml/2006/main">
              <a:ext uri="{FF2B5EF4-FFF2-40B4-BE49-F238E27FC236}">
                <a16:creationId xmlns:a16="http://schemas.microsoft.com/office/drawing/2014/main" id="{B39B11E7-7767-4D13-A50B-346B2870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276725"/>
            <a:ext cx="3705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99cda9cda3c34fb0"/>
              </a:rPr>
              <a:t>Учебная запись MCP</a:t>
            </a:r>
          </a:p>
        </p:txBody>
      </p:sp>
      <p:sp>
        <p:nvSpPr>
          <p:cNvPr id="15" name="Подключённый MCP ещё не значит использованный. Проверяем tool cal">
            <a:extLst xmlns:a="http://schemas.openxmlformats.org/drawingml/2006/main">
              <a:ext uri="{FF2B5EF4-FFF2-40B4-BE49-F238E27FC236}">
                <a16:creationId xmlns:a16="http://schemas.microsoft.com/office/drawing/2014/main" id="{D4F75F20-AFE7-461A-88F6-74096578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Подключённый MCP ещё не значит использованный. Проверяем tool call и реальный результат в целевой системе.</a:t>
            </a:r>
          </a:p>
        </p:txBody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333C63-7FDF-4BB3-9155-DC03DDE9E8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480662ccc4bdf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48">
            <a:extLst xmlns:a="http://schemas.openxmlformats.org/drawingml/2006/main">
              <a:ext uri="{FF2B5EF4-FFF2-40B4-BE49-F238E27FC236}">
                <a16:creationId xmlns:a16="http://schemas.microsoft.com/office/drawing/2014/main" id="{2500B6E8-D134-4DD9-BE57-CBAC8D3C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46</a:t>
            </a:r>
          </a:p>
        </p:txBody>
      </p:sp>
      <p:sp>
        <p:nvSpPr>
          <p:cNvPr id="2" name="Есть вопросы?">
            <a:extLst xmlns:a="http://schemas.openxmlformats.org/drawingml/2006/main">
              <a:ext uri="{FF2B5EF4-FFF2-40B4-BE49-F238E27FC236}">
                <a16:creationId xmlns:a16="http://schemas.microsoft.com/office/drawing/2014/main" id="{B4897571-A627-4D4B-9385-CAD5EFE2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7924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1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315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Есть вопросы?</a:t>
            </a:r>
          </a:p>
        </p:txBody>
      </p:sp>
      <p:sp>
        <p:nvSpPr>
          <p:cNvPr id="3" name="Skill задаёт способ работы.&#10;MCP подключает возможности.">
            <a:extLst xmlns:a="http://schemas.openxmlformats.org/drawingml/2006/main">
              <a:ext uri="{FF2B5EF4-FFF2-40B4-BE49-F238E27FC236}">
                <a16:creationId xmlns:a16="http://schemas.microsoft.com/office/drawing/2014/main" id="{364DC0FE-F68D-4513-AE3E-7AA97A00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95575"/>
            <a:ext cx="7791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Skill задаёт способ работы.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MCP подключает возможности.</a:t>
            </a:r>
          </a:p>
        </p:txBody>
      </p:sp>
      <p:sp>
        <p:nvSpPr>
          <p:cNvPr id="4" name="Дальше: правила, память и проверки внутри агентской среды.">
            <a:extLst xmlns:a="http://schemas.openxmlformats.org/drawingml/2006/main">
              <a:ext uri="{FF2B5EF4-FFF2-40B4-BE49-F238E27FC236}">
                <a16:creationId xmlns:a16="http://schemas.microsoft.com/office/drawing/2014/main" id="{FD419C6F-22D1-4A8D-95C4-86D017D0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95725"/>
            <a:ext cx="7734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Дальше: правила, память и проверки внутри агентской среды.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10C40-0CA4-4CC7-9895-9C1FBAA908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267f574dd4f5b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49">
            <a:extLst xmlns:a="http://schemas.openxmlformats.org/drawingml/2006/main">
              <a:ext uri="{FF2B5EF4-FFF2-40B4-BE49-F238E27FC236}">
                <a16:creationId xmlns:a16="http://schemas.microsoft.com/office/drawing/2014/main" id="{B89DE6E8-B1A1-41D3-9B7D-1316AFBC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47</a:t>
            </a:r>
          </a:p>
        </p:txBody>
      </p:sp>
      <p:sp>
        <p:nvSpPr>
          <p:cNvPr id="2" name="Как подготовить среду кодингового агента">
            <a:extLst xmlns:a="http://schemas.openxmlformats.org/drawingml/2006/main">
              <a:ext uri="{FF2B5EF4-FFF2-40B4-BE49-F238E27FC236}">
                <a16:creationId xmlns:a16="http://schemas.microsoft.com/office/drawing/2014/main" id="{652FFCB6-16C4-44BD-AFB2-4507ACFE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7620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3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33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Как подготовить среду кодингового агента</a:t>
            </a:r>
          </a:p>
        </p:txBody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05083C21-70DF-4852-9468-46CC04D2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">
            <a:off x="952500" y="26479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160"/>
          </a:solidFill>
          <a:ln xmlns:a="http://schemas.openxmlformats.org/drawingml/2006/main" w="0">
            <a:noFill/>
          </a:ln>
        </p:spPr>
      </p:sp>
      <p:sp>
        <p:nvSpPr>
          <p:cNvPr id="4" name="Контекст, доступы, память&#10;и обратная связь под ваш проект.">
            <a:extLst xmlns:a="http://schemas.openxmlformats.org/drawingml/2006/main">
              <a:ext uri="{FF2B5EF4-FFF2-40B4-BE49-F238E27FC236}">
                <a16:creationId xmlns:a16="http://schemas.microsoft.com/office/drawing/2014/main" id="{E39ADFE3-359B-4927-8F54-46949087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674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Контекст, доступы, память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72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и обратная связь под ваш проект.</a:t>
            </a:r>
          </a:p>
        </p:txBody>
      </p:sp>
      <p:sp>
        <p:nvSpPr>
          <p:cNvPr id="5" name="Сейчас: правила, проверки и организация работы.&#10;В конце вернёмся ">
            <a:extLst xmlns:a="http://schemas.openxmlformats.org/drawingml/2006/main">
              <a:ext uri="{FF2B5EF4-FFF2-40B4-BE49-F238E27FC236}">
                <a16:creationId xmlns:a16="http://schemas.microsoft.com/office/drawing/2014/main" id="{B6F82A9B-5C66-402F-B58B-F278FF1F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670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Сейчас: правила, проверки и организация работы.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В конце вернёмся к «Напиши мне тесты».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45B49-91E1-44E0-B1B6-96877F6737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9393ac66448a3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50">
            <a:extLst xmlns:a="http://schemas.openxmlformats.org/drawingml/2006/main">
              <a:ext uri="{FF2B5EF4-FFF2-40B4-BE49-F238E27FC236}">
                <a16:creationId xmlns:a16="http://schemas.microsoft.com/office/drawing/2014/main" id="{1BF2768A-F660-45E3-A2F9-B2D4D847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48</a:t>
            </a:r>
          </a:p>
        </p:txBody>
      </p:sp>
      <p:sp>
        <p:nvSpPr>
          <p:cNvPr id="2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C17AEEC4-5EB0-488B-A76F-AEEAB688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 w="0">
            <a:noFill/>
          </a:ln>
        </p:spPr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502591CE-9079-4D87-9441-6B2F4F55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AFC"/>
          </a:solidFill>
          <a:ln xmlns:a="http://schemas.openxmlformats.org/drawingml/2006/main" w="0">
            <a:noFill/>
          </a:ln>
        </p:spPr>
      </p:sp>
      <p:sp>
        <p:nvSpPr>
          <p:cNvPr id="4" name="Правила проекта и отдельных директорий">
            <a:extLst xmlns:a="http://schemas.openxmlformats.org/drawingml/2006/main">
              <a:ext uri="{FF2B5EF4-FFF2-40B4-BE49-F238E27FC236}">
                <a16:creationId xmlns:a16="http://schemas.microsoft.com/office/drawing/2014/main" id="{54C4EEFC-4B62-4E4B-8890-D99F901D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Правила проекта и отдельных директорий</a:t>
            </a:r>
          </a:p>
        </p:txBody>
      </p:sp>
      <p:sp>
        <p:nvSpPr>
          <p:cNvPr id="5" name="Правила уже лежат в крупных публичных репозиториях: Ruff, Next.js">
            <a:extLst xmlns:a="http://schemas.openxmlformats.org/drawingml/2006/main">
              <a:ext uri="{FF2B5EF4-FFF2-40B4-BE49-F238E27FC236}">
                <a16:creationId xmlns:a16="http://schemas.microsoft.com/office/drawing/2014/main" id="{7CC0CD22-C81D-40CC-9E47-C0F08232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Правила уже лежат в крупных публичных репозиториях: Ruff, Next.js и Cloudflare Workers SDK.</a:t>
            </a:r>
          </a:p>
        </p:txBody>
      </p:sp>
      <p:sp>
        <p:nvSpPr>
          <p:cNvPr id="6" name="Общие правила">
            <a:extLst xmlns:a="http://schemas.openxmlformats.org/drawingml/2006/main">
              <a:ext uri="{FF2B5EF4-FFF2-40B4-BE49-F238E27FC236}">
                <a16:creationId xmlns:a16="http://schemas.microsoft.com/office/drawing/2014/main" id="{D78C54B9-D3DF-41E1-8F3A-F1F3CCA5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Общие правила</a:t>
            </a:r>
          </a:p>
        </p:txBody>
      </p:sp>
      <p:sp>
        <p:nvSpPr>
          <p:cNvPr id="7" name="AGENTS.md или CLAUDE.md.&#10;Где контракт и примеры.&#10;Как проверять и ">
            <a:extLst xmlns:a="http://schemas.openxmlformats.org/drawingml/2006/main">
              <a:ext uri="{FF2B5EF4-FFF2-40B4-BE49-F238E27FC236}">
                <a16:creationId xmlns:a16="http://schemas.microsoft.com/office/drawing/2014/main" id="{440FB2C6-366D-4E72-9F7E-7C552570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52725"/>
            <a:ext cx="3476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AGENTS.md или CLAUDE.md.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Где контракт и примеры.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Как проверять и что нельзя менять.</a:t>
            </a:r>
          </a:p>
        </p:txBody>
      </p:sp>
      <p:sp>
        <p:nvSpPr>
          <p:cNvPr id="8" name="Локальные правила">
            <a:extLst xmlns:a="http://schemas.openxmlformats.org/drawingml/2006/main">
              <a:ext uri="{FF2B5EF4-FFF2-40B4-BE49-F238E27FC236}">
                <a16:creationId xmlns:a16="http://schemas.microsoft.com/office/drawing/2014/main" id="{C5848741-9E69-41CD-AC79-CD1F4111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Локальные правила</a:t>
            </a:r>
          </a:p>
        </p:txBody>
      </p:sp>
      <p:sp>
        <p:nvSpPr>
          <p:cNvPr id="9" name="Инструкции для backend или frontend.&#10;Вложенный CLAUDE.md либо&#10;.cl">
            <a:extLst xmlns:a="http://schemas.openxmlformats.org/drawingml/2006/main">
              <a:ext uri="{FF2B5EF4-FFF2-40B4-BE49-F238E27FC236}">
                <a16:creationId xmlns:a16="http://schemas.microsoft.com/office/drawing/2014/main" id="{E6B556D2-BBB1-4D3C-BBB5-F3ADC3DC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90775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Инструкции для backend или frontend.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Вложенный CLAUDE.md либо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.claude/rules/*.md с paths.</a:t>
            </a:r>
          </a:p>
        </p:txBody>
      </p:sp>
      <p:sp>
        <p:nvSpPr>
          <p:cNvPr id="10" name="Ruff: AGENTS.md">
            <a:extLst xmlns:a="http://schemas.openxmlformats.org/drawingml/2006/main">
              <a:ext uri="{FF2B5EF4-FFF2-40B4-BE49-F238E27FC236}">
                <a16:creationId xmlns:a16="http://schemas.microsoft.com/office/drawing/2014/main" id="{56D7414C-1A75-49BC-86A2-5F70F9FE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767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33d7a8c7e0004e2b"/>
              </a:rPr>
              <a:t>Ruff: AGENTS.md</a:t>
            </a:r>
          </a:p>
        </p:txBody>
      </p:sp>
      <p:sp>
        <p:nvSpPr>
          <p:cNvPr id="11" name="Next.js: AGENTS.md">
            <a:extLst xmlns:a="http://schemas.openxmlformats.org/drawingml/2006/main">
              <a:ext uri="{FF2B5EF4-FFF2-40B4-BE49-F238E27FC236}">
                <a16:creationId xmlns:a16="http://schemas.microsoft.com/office/drawing/2014/main" id="{74B9F049-3350-4E19-9C80-DF3C06AC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7672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a1afb970887c4d93"/>
              </a:rPr>
              <a:t>Next.js: AGENTS.md</a:t>
            </a:r>
          </a:p>
        </p:txBody>
      </p:sp>
      <p:sp>
        <p:nvSpPr>
          <p:cNvPr id="12" name="Workers SDK: AGENTS.md">
            <a:extLst xmlns:a="http://schemas.openxmlformats.org/drawingml/2006/main">
              <a:ext uri="{FF2B5EF4-FFF2-40B4-BE49-F238E27FC236}">
                <a16:creationId xmlns:a16="http://schemas.microsoft.com/office/drawing/2014/main" id="{7B63C235-C623-442D-9CA7-2FEC82B9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767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144c0c3b5a1b410e"/>
              </a:rPr>
              <a:t>Workers SDK: AGENTS.md</a:t>
            </a:r>
          </a:p>
        </p:txBody>
      </p:sp>
      <p:sp>
        <p:nvSpPr>
          <p:cNvPr id="13" name="rules.md не универсальное имя для всех агентов. В новой сессии пр">
            <a:extLst xmlns:a="http://schemas.openxmlformats.org/drawingml/2006/main">
              <a:ext uri="{FF2B5EF4-FFF2-40B4-BE49-F238E27FC236}">
                <a16:creationId xmlns:a16="http://schemas.microsoft.com/office/drawing/2014/main" id="{C567A41A-8F2D-4316-8986-EC0316F9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rules.md не универсальное имя для всех агентов. В новой сессии проверяем применение правил.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78ADF8-7FAD-4E50-8963-D7BF38DFC5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5a01f5a3d49a0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53371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51">
            <a:extLst xmlns:a="http://schemas.openxmlformats.org/drawingml/2006/main">
              <a:ext uri="{FF2B5EF4-FFF2-40B4-BE49-F238E27FC236}">
                <a16:creationId xmlns:a16="http://schemas.microsoft.com/office/drawing/2014/main" id="{848645E1-4EAD-4596-B86B-0A186540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49</a:t>
            </a:r>
          </a:p>
        </p:txBody>
      </p:sp>
      <p:sp>
        <p:nvSpPr>
          <p:cNvPr id="2" name="Hooks и проверки дают обратную связь">
            <a:extLst xmlns:a="http://schemas.openxmlformats.org/drawingml/2006/main">
              <a:ext uri="{FF2B5EF4-FFF2-40B4-BE49-F238E27FC236}">
                <a16:creationId xmlns:a16="http://schemas.microsoft.com/office/drawing/2014/main" id="{37B352EB-F269-45EE-B4BA-08AF303F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Hooks и проверки дают обратную связь</a:t>
            </a:r>
          </a:p>
        </p:txBody>
      </p:sp>
      <p:sp>
        <p:nvSpPr>
          <p:cNvPr id="3" name="Debug loop: проверяем гипотезу наблюдением. Feedback loop: автома">
            <a:extLst xmlns:a="http://schemas.openxmlformats.org/drawingml/2006/main">
              <a:ext uri="{FF2B5EF4-FFF2-40B4-BE49-F238E27FC236}">
                <a16:creationId xmlns:a16="http://schemas.microsoft.com/office/drawing/2014/main" id="{CC39447A-E69D-4F1E-B5A1-FB48B8C8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Debug loop: проверяем гипотезу наблюдением. Feedback loop: автоматически возвращаем результат проверки после правки.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8622CF65-E0AA-4058-830F-19E58EDF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5" name="Гипотеза и наблюдение">
            <a:extLst xmlns:a="http://schemas.openxmlformats.org/drawingml/2006/main">
              <a:ext uri="{FF2B5EF4-FFF2-40B4-BE49-F238E27FC236}">
                <a16:creationId xmlns:a16="http://schemas.microsoft.com/office/drawing/2014/main" id="{A39D224E-F2D9-446A-AD85-7E6E8F0F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Гипотеза и наблюдение</a:t>
            </a:r>
          </a:p>
        </p:txBody>
      </p:sp>
      <p:sp>
        <p:nvSpPr>
          <p:cNvPr id="6" name="Агент предполагает причину. Тест, лог или воспроизведение проверя">
            <a:extLst xmlns:a="http://schemas.openxmlformats.org/drawingml/2006/main">
              <a:ext uri="{FF2B5EF4-FFF2-40B4-BE49-F238E27FC236}">
                <a16:creationId xmlns:a16="http://schemas.microsoft.com/office/drawing/2014/main" id="{9FACC119-0695-499B-9FAB-19F885AB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2514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Агент предполагает причину. Тест, лог или воспроизведение проверяет её.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9B29BC61-7142-4E6B-B1C3-E6B92ED8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8" name="Правка и событие">
            <a:extLst xmlns:a="http://schemas.openxmlformats.org/drawingml/2006/main">
              <a:ext uri="{FF2B5EF4-FFF2-40B4-BE49-F238E27FC236}">
                <a16:creationId xmlns:a16="http://schemas.microsoft.com/office/drawing/2014/main" id="{3F242DB9-8572-4713-B120-29D77406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669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Правка и событие</a:t>
            </a:r>
          </a:p>
        </p:txBody>
      </p:sp>
      <p:sp>
        <p:nvSpPr>
          <p:cNvPr id="9" name="После изменения hook запускает заданную команду: lint, typecheck ">
            <a:extLst xmlns:a="http://schemas.openxmlformats.org/drawingml/2006/main">
              <a:ext uri="{FF2B5EF4-FFF2-40B4-BE49-F238E27FC236}">
                <a16:creationId xmlns:a16="http://schemas.microsoft.com/office/drawing/2014/main" id="{CA933D7E-F235-4BE8-A47F-122B7EB9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67050"/>
            <a:ext cx="2514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После изменения hook запускает заданную команду: lint, typecheck или tests.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9A927D82-D58F-4DF6-B7D5-A29D31C1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1" name="Обратная связь">
            <a:extLst xmlns:a="http://schemas.openxmlformats.org/drawingml/2006/main">
              <a:ext uri="{FF2B5EF4-FFF2-40B4-BE49-F238E27FC236}">
                <a16:creationId xmlns:a16="http://schemas.microsoft.com/office/drawing/2014/main" id="{3980BEBA-2342-4ED4-897A-87E3DB68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669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Обратная связь</a:t>
            </a:r>
          </a:p>
        </p:txBody>
      </p:sp>
      <p:sp>
        <p:nvSpPr>
          <p:cNvPr id="12" name="Exit code и ошибка возвращаются агенту. Он исправляет причину и п">
            <a:extLst xmlns:a="http://schemas.openxmlformats.org/drawingml/2006/main">
              <a:ext uri="{FF2B5EF4-FFF2-40B4-BE49-F238E27FC236}">
                <a16:creationId xmlns:a16="http://schemas.microsoft.com/office/drawing/2014/main" id="{F33E53B8-727E-429B-99E6-B13FAC0E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67050"/>
            <a:ext cx="2514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Exit code и ошибка возвращаются агенту. Он исправляет причину и повторяет проверку.</a:t>
            </a:r>
          </a:p>
        </p:txBody>
      </p:sp>
      <p:sp>
        <p:nvSpPr>
          <p:cNvPr id="13" name="Slash-command запускает пользователь. Агентские hooks и Git pre-c">
            <a:extLst xmlns:a="http://schemas.openxmlformats.org/drawingml/2006/main">
              <a:ext uri="{FF2B5EF4-FFF2-40B4-BE49-F238E27FC236}">
                <a16:creationId xmlns:a16="http://schemas.microsoft.com/office/drawing/2014/main" id="{2147832B-5D0D-468A-A28F-A2FB18E9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Slash-command запускает пользователь. Агентские hooks и Git pre-commit — разные механизмы.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801CAE-F8E6-4DF2-87E9-77A6B4D5CA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b3ba974d34e84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52">
            <a:extLst xmlns:a="http://schemas.openxmlformats.org/drawingml/2006/main">
              <a:ext uri="{FF2B5EF4-FFF2-40B4-BE49-F238E27FC236}">
                <a16:creationId xmlns:a16="http://schemas.microsoft.com/office/drawing/2014/main" id="{5EC03018-19A4-4F87-8CEA-3A95ECD0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50</a:t>
            </a:r>
          </a:p>
        </p:txBody>
      </p:sp>
      <p:sp>
        <p:nvSpPr>
          <p:cNvPr id="2" name="Разрешения и отмена действий">
            <a:extLst xmlns:a="http://schemas.openxmlformats.org/drawingml/2006/main">
              <a:ext uri="{FF2B5EF4-FFF2-40B4-BE49-F238E27FC236}">
                <a16:creationId xmlns:a16="http://schemas.microsoft.com/office/drawing/2014/main" id="{C63047BA-9CCC-4866-8CFD-38710813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Разрешения и отмена действий</a:t>
            </a:r>
          </a:p>
        </p:txBody>
      </p:sp>
      <p:sp>
        <p:nvSpPr>
          <p:cNvPr id="3" name="Чем больше действий доступно агенту, тем важнее понимать их после">
            <a:extLst xmlns:a="http://schemas.openxmlformats.org/drawingml/2006/main">
              <a:ext uri="{FF2B5EF4-FFF2-40B4-BE49-F238E27FC236}">
                <a16:creationId xmlns:a16="http://schemas.microsoft.com/office/drawing/2014/main" id="{25347FF2-1C57-410E-99E5-8E097E6E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58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Чем больше действий доступно агенту, тем важнее понимать их последствия.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8E068D9E-2FBC-4BCB-9A27-86F46FD9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5" name="Permissions и auto-approve">
            <a:extLst xmlns:a="http://schemas.openxmlformats.org/drawingml/2006/main">
              <a:ext uri="{FF2B5EF4-FFF2-40B4-BE49-F238E27FC236}">
                <a16:creationId xmlns:a16="http://schemas.microsoft.com/office/drawing/2014/main" id="{9C276026-5423-4DCD-B9CB-F128908B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38275"/>
            <a:ext cx="7105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Permissions и auto-approve</a:t>
            </a:r>
          </a:p>
        </p:txBody>
      </p:sp>
      <p:sp>
        <p:nvSpPr>
          <p:cNvPr id="6" name="Plan/read-only помогает исследовать. В режиме правок ограничиваем">
            <a:extLst xmlns:a="http://schemas.openxmlformats.org/drawingml/2006/main">
              <a:ext uri="{FF2B5EF4-FFF2-40B4-BE49-F238E27FC236}">
                <a16:creationId xmlns:a16="http://schemas.microsoft.com/office/drawing/2014/main" id="{A08B42A3-FBFA-4775-A529-B3559C99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0225"/>
            <a:ext cx="710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Plan/read-only помогает исследовать. В режиме правок ограничиваем shell, tools и внешние операции; auto-approve меняет подтверждения.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75BEA4EA-3FA5-4DD4-943E-92A92198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0775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8" name="Rewind и checkpoints">
            <a:extLst xmlns:a="http://schemas.openxmlformats.org/drawingml/2006/main">
              <a:ext uri="{FF2B5EF4-FFF2-40B4-BE49-F238E27FC236}">
                <a16:creationId xmlns:a16="http://schemas.microsoft.com/office/drawing/2014/main" id="{B1AE43CF-9457-4A5D-B96F-7CE046C3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90775"/>
            <a:ext cx="7105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Rewind и checkpoints</a:t>
            </a:r>
          </a:p>
        </p:txBody>
      </p:sp>
      <p:sp>
        <p:nvSpPr>
          <p:cNvPr id="9" name="Удобны для возврата файлов или разговора в поддерживаемом клиенте">
            <a:extLst xmlns:a="http://schemas.openxmlformats.org/drawingml/2006/main">
              <a:ext uri="{FF2B5EF4-FFF2-40B4-BE49-F238E27FC236}">
                <a16:creationId xmlns:a16="http://schemas.microsoft.com/office/drawing/2014/main" id="{C99EDD28-CD47-46BF-B78D-81FD5C75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52725"/>
            <a:ext cx="710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Удобны для возврата файлов или разговора в поддерживаемом клиенте.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31C94C2E-2C81-467A-A824-3CC992A3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43275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1" name="Внешние изменения">
            <a:extLst xmlns:a="http://schemas.openxmlformats.org/drawingml/2006/main">
              <a:ext uri="{FF2B5EF4-FFF2-40B4-BE49-F238E27FC236}">
                <a16:creationId xmlns:a16="http://schemas.microsoft.com/office/drawing/2014/main" id="{B5EBDEAE-B186-42A3-AB56-01428EE1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43275"/>
            <a:ext cx="7105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Внешние изменения</a:t>
            </a:r>
          </a:p>
        </p:txBody>
      </p:sp>
      <p:sp>
        <p:nvSpPr>
          <p:cNvPr id="12" name="Отправленное сообщение или запись в БД могут не откатиться вместе">
            <a:extLst xmlns:a="http://schemas.openxmlformats.org/drawingml/2006/main">
              <a:ext uri="{FF2B5EF4-FFF2-40B4-BE49-F238E27FC236}">
                <a16:creationId xmlns:a16="http://schemas.microsoft.com/office/drawing/2014/main" id="{5FD90282-0443-4226-9220-4D0F5183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05225"/>
            <a:ext cx="710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Отправленное сообщение или запись в БД могут не откатиться вместе с файлами.</a:t>
            </a:r>
          </a:p>
        </p:txBody>
      </p:sp>
      <p:sp>
        <p:nvSpPr>
          <p:cNvPr id="13" name="Рутина для агента: объяснить diff, предложить commit message, про">
            <a:extLst xmlns:a="http://schemas.openxmlformats.org/drawingml/2006/main">
              <a:ext uri="{FF2B5EF4-FFF2-40B4-BE49-F238E27FC236}">
                <a16:creationId xmlns:a16="http://schemas.microsoft.com/office/drawing/2014/main" id="{014A3D41-9AAD-4173-B063-0EB3AD64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Рутина для агента: объяснить diff, предложить commit message, проверить изменение перед commit.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92A198-D1D9-4C98-8CCC-9E13189097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a44e180674aa1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53">
            <a:extLst xmlns:a="http://schemas.openxmlformats.org/drawingml/2006/main">
              <a:ext uri="{FF2B5EF4-FFF2-40B4-BE49-F238E27FC236}">
                <a16:creationId xmlns:a16="http://schemas.microsoft.com/office/drawing/2014/main" id="{B7604F0B-422F-4788-B3F3-1A9AC685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51</a:t>
            </a:r>
          </a:p>
        </p:txBody>
      </p:sp>
      <p:sp>
        <p:nvSpPr>
          <p:cNvPr id="2" name="Память, compaction и поиск">
            <a:extLst xmlns:a="http://schemas.openxmlformats.org/drawingml/2006/main">
              <a:ext uri="{FF2B5EF4-FFF2-40B4-BE49-F238E27FC236}">
                <a16:creationId xmlns:a16="http://schemas.microsoft.com/office/drawing/2014/main" id="{6B0CF357-0D98-417E-B3FC-9A6E7189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Память, compaction и поиск</a:t>
            </a:r>
          </a:p>
        </p:txBody>
      </p:sp>
      <p:sp>
        <p:nvSpPr>
          <p:cNvPr id="3" name="Compaction сжимает историю. Память сохраняет знания между сессиям">
            <a:extLst xmlns:a="http://schemas.openxmlformats.org/drawingml/2006/main">
              <a:ext uri="{FF2B5EF4-FFF2-40B4-BE49-F238E27FC236}">
                <a16:creationId xmlns:a16="http://schemas.microsoft.com/office/drawing/2014/main" id="{0ED25A22-2071-42CC-A1B5-1F1ABAAD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Compaction сжимает историю. Память сохраняет знания между сессиями. Поиск возвращает нужные факты сейчас.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F13C14D3-3631-4933-8049-6842234C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5" name="Текущий разговор">
            <a:extLst xmlns:a="http://schemas.openxmlformats.org/drawingml/2006/main">
              <a:ext uri="{FF2B5EF4-FFF2-40B4-BE49-F238E27FC236}">
                <a16:creationId xmlns:a16="http://schemas.microsoft.com/office/drawing/2014/main" id="{B83C4F95-F64A-4746-BC1E-30DBF327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24000"/>
            <a:ext cx="709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Текущий разговор</a:t>
            </a:r>
          </a:p>
        </p:txBody>
      </p:sp>
      <p:sp>
        <p:nvSpPr>
          <p:cNvPr id="6" name="Claude Code и Codex умеют auto-compaction. Сводка экономит место,">
            <a:extLst xmlns:a="http://schemas.openxmlformats.org/drawingml/2006/main">
              <a:ext uri="{FF2B5EF4-FFF2-40B4-BE49-F238E27FC236}">
                <a16:creationId xmlns:a16="http://schemas.microsoft.com/office/drawing/2014/main" id="{90E34321-C8B7-40E0-A407-2734FA03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76425"/>
            <a:ext cx="709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Claude Code и Codex умеют auto-compaction. Сводка экономит место, но может потерять детали. Для новой задачи делаем handoff.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ED1CCCAA-0A8D-4D00-87AE-BB71AF40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8" name="Долгая память">
            <a:extLst xmlns:a="http://schemas.openxmlformats.org/drawingml/2006/main">
              <a:ext uri="{FF2B5EF4-FFF2-40B4-BE49-F238E27FC236}">
                <a16:creationId xmlns:a16="http://schemas.microsoft.com/office/drawing/2014/main" id="{AF27FEA6-72B5-42B2-B5E7-E9B92F4F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47900"/>
            <a:ext cx="709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Долгая память</a:t>
            </a:r>
          </a:p>
        </p:txBody>
      </p:sp>
      <p:sp>
        <p:nvSpPr>
          <p:cNvPr id="9" name="Memory bank, правила и решения живут вне чата. Сохраняем источник">
            <a:extLst xmlns:a="http://schemas.openxmlformats.org/drawingml/2006/main">
              <a:ext uri="{FF2B5EF4-FFF2-40B4-BE49-F238E27FC236}">
                <a16:creationId xmlns:a16="http://schemas.microsoft.com/office/drawing/2014/main" id="{00112FFF-5D28-49F3-8C59-49EA4625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00325"/>
            <a:ext cx="709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Memory bank, правила и решения живут вне чата. Сохраняем источник, дату и ограничения; обновляем устаревшее.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B4781CAF-D94B-4E22-B981-F78EC2A6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75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175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1" name="Поиск в проекте">
            <a:extLst xmlns:a="http://schemas.openxmlformats.org/drawingml/2006/main">
              <a:ext uri="{FF2B5EF4-FFF2-40B4-BE49-F238E27FC236}">
                <a16:creationId xmlns:a16="http://schemas.microsoft.com/office/drawing/2014/main" id="{89EBE622-DA2B-4AD6-A217-D871FFF3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71800"/>
            <a:ext cx="709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725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Поиск в проекте</a:t>
            </a:r>
          </a:p>
        </p:txBody>
      </p:sp>
      <p:sp>
        <p:nvSpPr>
          <p:cNvPr id="12" name="rg — текст; AST/LSP — символы и связи; RAG — релевантные фрагмент">
            <a:extLst xmlns:a="http://schemas.openxmlformats.org/drawingml/2006/main">
              <a:ext uri="{FF2B5EF4-FFF2-40B4-BE49-F238E27FC236}">
                <a16:creationId xmlns:a16="http://schemas.microsoft.com/office/drawing/2014/main" id="{E8623B9C-8A69-42DC-8820-3DFC5C26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24225"/>
            <a:ext cx="7096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rg — текст; AST/LSP — символы и связи; RAG — релевантные фрагменты. В контекст попадает результат поиска.</a:t>
            </a:r>
          </a:p>
        </p:txBody>
      </p:sp>
      <p:sp>
        <p:nvSpPr>
          <p:cNvPr id="13" name="Claude: context management">
            <a:extLst xmlns:a="http://schemas.openxmlformats.org/drawingml/2006/main">
              <a:ext uri="{FF2B5EF4-FFF2-40B4-BE49-F238E27FC236}">
                <a16:creationId xmlns:a16="http://schemas.microsoft.com/office/drawing/2014/main" id="{0ADD5924-BBF9-4A2F-85EA-2B7BB83F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243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8ffeebaf511041a4"/>
              </a:rPr>
              <a:t>Claude: context management</a:t>
            </a:r>
          </a:p>
        </p:txBody>
      </p:sp>
      <p:sp>
        <p:nvSpPr>
          <p:cNvPr id="14" name="Codex: auto compaction">
            <a:extLst xmlns:a="http://schemas.openxmlformats.org/drawingml/2006/main">
              <a:ext uri="{FF2B5EF4-FFF2-40B4-BE49-F238E27FC236}">
                <a16:creationId xmlns:a16="http://schemas.microsoft.com/office/drawing/2014/main" id="{E78573AD-1128-4E5B-9E86-29F61C20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850" y="4276725"/>
            <a:ext cx="243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88f8f4e1901544d5"/>
              </a:rPr>
              <a:t>Codex: auto compaction</a:t>
            </a:r>
          </a:p>
        </p:txBody>
      </p:sp>
      <p:sp>
        <p:nvSpPr>
          <p:cNvPr id="15" name="Agent Home: память">
            <a:extLst xmlns:a="http://schemas.openxmlformats.org/drawingml/2006/main">
              <a:ext uri="{FF2B5EF4-FFF2-40B4-BE49-F238E27FC236}">
                <a16:creationId xmlns:a16="http://schemas.microsoft.com/office/drawing/2014/main" id="{081A596D-DFEE-42A2-A234-0009A314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4276725"/>
            <a:ext cx="243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28840267bfa14cc2"/>
              </a:rPr>
              <a:t>Agent Home: память</a:t>
            </a:r>
          </a:p>
        </p:txBody>
      </p:sp>
      <p:sp>
        <p:nvSpPr>
          <p:cNvPr id="16" name="Prompt cache может удешевить повторный вход, но не освобождает ко">
            <a:extLst xmlns:a="http://schemas.openxmlformats.org/drawingml/2006/main">
              <a:ext uri="{FF2B5EF4-FFF2-40B4-BE49-F238E27FC236}">
                <a16:creationId xmlns:a16="http://schemas.microsoft.com/office/drawing/2014/main" id="{89DCE760-04AD-415B-BE2C-438DA9F9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Prompt cache может удешевить повторный вход, но не освобождает контекстное окно.</a:t>
            </a:r>
          </a:p>
        </p:txBody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D6EF48-1A42-49D4-A8A8-1907B25585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5750d9a414c9e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54">
            <a:extLst xmlns:a="http://schemas.openxmlformats.org/drawingml/2006/main">
              <a:ext uri="{FF2B5EF4-FFF2-40B4-BE49-F238E27FC236}">
                <a16:creationId xmlns:a16="http://schemas.microsoft.com/office/drawing/2014/main" id="{95C51F83-5213-495C-9695-BCB28FB8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52</a:t>
            </a:r>
          </a:p>
        </p:txBody>
      </p:sp>
      <p:sp>
        <p:nvSpPr>
          <p:cNvPr id="2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6D81510F-300C-4F58-BC53-9FDDDBDE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 w="0">
            <a:noFill/>
          </a:ln>
        </p:spPr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E496464E-6DEA-4B89-853D-19E17444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AFC"/>
          </a:solidFill>
          <a:ln xmlns:a="http://schemas.openxmlformats.org/drawingml/2006/main" w="0">
            <a:noFill/>
          </a:ln>
        </p:spPr>
      </p:sp>
      <p:sp>
        <p:nvSpPr>
          <p:cNvPr id="4" name="Несколько чатов и субагенты">
            <a:extLst xmlns:a="http://schemas.openxmlformats.org/drawingml/2006/main">
              <a:ext uri="{FF2B5EF4-FFF2-40B4-BE49-F238E27FC236}">
                <a16:creationId xmlns:a16="http://schemas.microsoft.com/office/drawing/2014/main" id="{BB3FE48A-2A16-41B1-A0E2-1D8A89E7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Несколько чатов и субагенты</a:t>
            </a:r>
          </a:p>
        </p:txBody>
      </p:sp>
      <p:sp>
        <p:nvSpPr>
          <p:cNvPr id="5" name="Для большого контекста выделяем исследование в отдельное поручени">
            <a:extLst xmlns:a="http://schemas.openxmlformats.org/drawingml/2006/main">
              <a:ext uri="{FF2B5EF4-FFF2-40B4-BE49-F238E27FC236}">
                <a16:creationId xmlns:a16="http://schemas.microsoft.com/office/drawing/2014/main" id="{2AB396A1-3007-41FD-A9B7-98641FB3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Для большого контекста выделяем исследование в отдельное поручение. Для параллельных правок сначала разделяем файлы.</a:t>
            </a:r>
          </a:p>
        </p:txBody>
      </p:sp>
      <p:sp>
        <p:nvSpPr>
          <p:cNvPr id="6" name="Отдельный чат">
            <a:extLst xmlns:a="http://schemas.openxmlformats.org/drawingml/2006/main">
              <a:ext uri="{FF2B5EF4-FFF2-40B4-BE49-F238E27FC236}">
                <a16:creationId xmlns:a16="http://schemas.microsoft.com/office/drawing/2014/main" id="{32491669-B9C8-43CB-B3BB-29003D76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Отдельный чат</a:t>
            </a:r>
          </a:p>
        </p:txBody>
      </p:sp>
      <p:sp>
        <p:nvSpPr>
          <p:cNvPr id="7" name="Другая задача или независимый взгляд.&#10;Человек переносит исходные ">
            <a:extLst xmlns:a="http://schemas.openxmlformats.org/drawingml/2006/main">
              <a:ext uri="{FF2B5EF4-FFF2-40B4-BE49-F238E27FC236}">
                <a16:creationId xmlns:a16="http://schemas.microsoft.com/office/drawing/2014/main" id="{8AED446A-7B4A-4B08-A77A-CF6F7A0F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90775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Другая задача или независимый взгляд.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Человек переносит исходные данные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и принимает результат.</a:t>
            </a:r>
          </a:p>
        </p:txBody>
      </p:sp>
      <p:sp>
        <p:nvSpPr>
          <p:cNvPr id="8" name="Субагент">
            <a:extLst xmlns:a="http://schemas.openxmlformats.org/drawingml/2006/main">
              <a:ext uri="{FF2B5EF4-FFF2-40B4-BE49-F238E27FC236}">
                <a16:creationId xmlns:a16="http://schemas.microsoft.com/office/drawing/2014/main" id="{BAE1FD88-ED64-45CA-BA1E-B5C18576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Субагент</a:t>
            </a:r>
          </a:p>
        </p:txBody>
      </p:sp>
      <p:sp>
        <p:nvSpPr>
          <p:cNvPr id="9" name="Основной агент выдаёт подзадачу:&#10;найти код, написать тест, провер">
            <a:extLst xmlns:a="http://schemas.openxmlformats.org/drawingml/2006/main">
              <a:ext uri="{FF2B5EF4-FFF2-40B4-BE49-F238E27FC236}">
                <a16:creationId xmlns:a16="http://schemas.microsoft.com/office/drawing/2014/main" id="{83F43C3A-FFEA-42DA-A96C-A9D131C9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90775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Основной агент выдаёт подзадачу: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найти код, написать тест, проверить diff.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Получает результат и продолжает работу.</a:t>
            </a:r>
          </a:p>
        </p:txBody>
      </p:sp>
      <p:sp>
        <p:nvSpPr>
          <p:cNvPr id="10" name="Контекст субагента зависит от клиента. Ни чат, ни субагент сами п">
            <a:extLst xmlns:a="http://schemas.openxmlformats.org/drawingml/2006/main">
              <a:ext uri="{FF2B5EF4-FFF2-40B4-BE49-F238E27FC236}">
                <a16:creationId xmlns:a16="http://schemas.microsoft.com/office/drawing/2014/main" id="{474F87BE-D7BC-43F7-9C32-9A21CBB1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Контекст субагента зависит от клиента. Ни чат, ни субагент сами по себе не создают отдельный worktree.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890D60-8386-4DE6-B45F-8C60868BF6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131bc25fa4d67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53371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55">
            <a:extLst xmlns:a="http://schemas.openxmlformats.org/drawingml/2006/main">
              <a:ext uri="{FF2B5EF4-FFF2-40B4-BE49-F238E27FC236}">
                <a16:creationId xmlns:a16="http://schemas.microsoft.com/office/drawing/2014/main" id="{859E74E9-295C-47BD-89EC-0421D8E5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53</a:t>
            </a:r>
          </a:p>
        </p:txBody>
      </p:sp>
      <p:sp>
        <p:nvSpPr>
          <p:cNvPr id="2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758BD2AD-5F5D-42CF-9400-B7D67A65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 w="0">
            <a:noFill/>
          </a:ln>
        </p:spPr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2BF49A79-4C9D-4BED-B99C-E5026FFA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AFC"/>
          </a:solidFill>
          <a:ln xmlns:a="http://schemas.openxmlformats.org/drawingml/2006/main" w="0">
            <a:noFill/>
          </a:ln>
        </p:spPr>
      </p:sp>
      <p:sp>
        <p:nvSpPr>
          <p:cNvPr id="4" name="Worktree разделяет файлы, но не всю систему">
            <a:extLst xmlns:a="http://schemas.openxmlformats.org/drawingml/2006/main">
              <a:ext uri="{FF2B5EF4-FFF2-40B4-BE49-F238E27FC236}">
                <a16:creationId xmlns:a16="http://schemas.microsoft.com/office/drawing/2014/main" id="{A939A356-AA28-41BF-922C-C82528D3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Worktree разделяет файлы, но не всю систему</a:t>
            </a:r>
          </a:p>
        </p:txBody>
      </p:sp>
      <p:sp>
        <p:nvSpPr>
          <p:cNvPr id="5" name="В прошлом потоке студент описал конфликт агентов в общей папке. W">
            <a:extLst xmlns:a="http://schemas.openxmlformats.org/drawingml/2006/main">
              <a:ext uri="{FF2B5EF4-FFF2-40B4-BE49-F238E27FC236}">
                <a16:creationId xmlns:a16="http://schemas.microsoft.com/office/drawing/2014/main" id="{C1AD2671-A9E3-440A-B9F9-FE8B83A6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Два агента в общей папке могут конфликтовать. Worktree разделяет файлы; порты, БД и общий API могут конфликтовать.</a:t>
            </a:r>
          </a:p>
        </p:txBody>
      </p:sp>
      <p:sp>
        <p:nvSpPr>
          <p:cNvPr id="6" name="Worktree A">
            <a:extLst xmlns:a="http://schemas.openxmlformats.org/drawingml/2006/main">
              <a:ext uri="{FF2B5EF4-FFF2-40B4-BE49-F238E27FC236}">
                <a16:creationId xmlns:a16="http://schemas.microsoft.com/office/drawing/2014/main" id="{213DA5ED-A7CA-42A3-AE83-5FC62436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Worktree A</a:t>
            </a:r>
          </a:p>
        </p:txBody>
      </p:sp>
      <p:sp>
        <p:nvSpPr>
          <p:cNvPr id="7" name="Агент меняет API в отдельном рабочем каталоге.">
            <a:extLst xmlns:a="http://schemas.openxmlformats.org/drawingml/2006/main">
              <a:ext uri="{FF2B5EF4-FFF2-40B4-BE49-F238E27FC236}">
                <a16:creationId xmlns:a16="http://schemas.microsoft.com/office/drawing/2014/main" id="{127EADBC-ABAD-49CA-8054-64025BB8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52725"/>
            <a:ext cx="3476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Агент меняет API в своей рабочей папке.</a:t>
            </a:r>
          </a:p>
        </p:txBody>
      </p:sp>
      <p:sp>
        <p:nvSpPr>
          <p:cNvPr id="8" name="Worktree B">
            <a:extLst xmlns:a="http://schemas.openxmlformats.org/drawingml/2006/main">
              <a:ext uri="{FF2B5EF4-FFF2-40B4-BE49-F238E27FC236}">
                <a16:creationId xmlns:a16="http://schemas.microsoft.com/office/drawing/2014/main" id="{FC964D37-D692-4676-85DD-7D436E24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Worktree B</a:t>
            </a:r>
          </a:p>
        </p:txBody>
      </p:sp>
      <p:sp>
        <p:nvSpPr>
          <p:cNvPr id="9" name="Агент меняет интерфейс в другом рабочем каталоге.">
            <a:extLst xmlns:a="http://schemas.openxmlformats.org/drawingml/2006/main">
              <a:ext uri="{FF2B5EF4-FFF2-40B4-BE49-F238E27FC236}">
                <a16:creationId xmlns:a16="http://schemas.microsoft.com/office/drawing/2014/main" id="{7BE9662B-C93D-44D6-B3C2-3DAE4679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52725"/>
            <a:ext cx="3476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Агент меняет интерфейс в другой рабочей папке.</a:t>
            </a:r>
          </a:p>
        </p:txBody>
      </p:sp>
      <p:sp>
        <p:nvSpPr>
          <p:cNvPr id="10" name="Источник: git-scm.com">
            <a:extLst xmlns:a="http://schemas.openxmlformats.org/drawingml/2006/main">
              <a:ext uri="{FF2B5EF4-FFF2-40B4-BE49-F238E27FC236}">
                <a16:creationId xmlns:a16="http://schemas.microsoft.com/office/drawing/2014/main" id="{AE1CFF16-A247-4390-B530-E9771966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767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886da32139f3438f"/>
              </a:rPr>
              <a:t>Общий источник для двух worktree: Git</a:t>
            </a:r>
          </a:p>
        </p:txBody>
      </p:sp>
      <p:sp>
        <p:nvSpPr>
          <p:cNvPr id="11" name="Ветка сама по себе не создаёт второй рабочий каталог.">
            <a:extLst xmlns:a="http://schemas.openxmlformats.org/drawingml/2006/main">
              <a:ext uri="{FF2B5EF4-FFF2-40B4-BE49-F238E27FC236}">
                <a16:creationId xmlns:a16="http://schemas.microsoft.com/office/drawing/2014/main" id="{720A7997-7D0F-4366-BAEA-9867D9CF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Ветка сама по себе не создаёт второй рабочий каталог.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AC4FFD-9009-4D03-9FC4-2CEDC38921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157a35e8e4104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53371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56">
            <a:extLst xmlns:a="http://schemas.openxmlformats.org/drawingml/2006/main">
              <a:ext uri="{FF2B5EF4-FFF2-40B4-BE49-F238E27FC236}">
                <a16:creationId xmlns:a16="http://schemas.microsoft.com/office/drawing/2014/main" id="{F733E879-9051-4F37-81C7-E432E729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54</a:t>
            </a:r>
          </a:p>
        </p:txBody>
      </p:sp>
      <p:sp>
        <p:nvSpPr>
          <p:cNvPr id="2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E8125309-960A-4ABB-A57B-C023F0B3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BF"/>
          </a:solidFill>
          <a:ln xmlns:a="http://schemas.openxmlformats.org/drawingml/2006/main" w="0">
            <a:noFill/>
          </a:ln>
        </p:spPr>
      </p:sp>
      <p:sp>
        <p:nvSpPr>
          <p:cNvPr id="3" name="Подложка из композиции Avito Start">
            <a:extLst xmlns:a="http://schemas.openxmlformats.org/drawingml/2006/main">
              <a:ext uri="{FF2B5EF4-FFF2-40B4-BE49-F238E27FC236}">
                <a16:creationId xmlns:a16="http://schemas.microsoft.com/office/drawing/2014/main" id="{2C15D076-3980-4E0E-8221-9B2DFB04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14382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AFC"/>
          </a:solidFill>
          <a:ln xmlns:a="http://schemas.openxmlformats.org/drawingml/2006/main" w="0">
            <a:noFill/>
          </a:ln>
        </p:spPr>
      </p:sp>
      <p:sp>
        <p:nvSpPr>
          <p:cNvPr id="4" name="Длительные поручения: цель и условия остановки">
            <a:extLst xmlns:a="http://schemas.openxmlformats.org/drawingml/2006/main">
              <a:ext uri="{FF2B5EF4-FFF2-40B4-BE49-F238E27FC236}">
                <a16:creationId xmlns:a16="http://schemas.microsoft.com/office/drawing/2014/main" id="{431B91F6-78D1-47B7-8534-C9793D42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Длительные поручения: цель и условия остановки</a:t>
            </a:r>
          </a:p>
        </p:txBody>
      </p:sp>
      <p:sp>
        <p:nvSpPr>
          <p:cNvPr id="5" name="Между итерациями сохраняем состояние в файлах и Git. Продолжаем д">
            <a:extLst xmlns:a="http://schemas.openxmlformats.org/drawingml/2006/main">
              <a:ext uri="{FF2B5EF4-FFF2-40B4-BE49-F238E27FC236}">
                <a16:creationId xmlns:a16="http://schemas.microsoft.com/office/drawing/2014/main" id="{AC89A1D3-AEDC-46ED-BE8B-F0EF342D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Между итерациями сохраняем состояние в файлах и Git. Продолжаем до результата, лимита или повторяющейся блокировки.</a:t>
            </a:r>
          </a:p>
        </p:txBody>
      </p:sp>
      <p:sp>
        <p:nvSpPr>
          <p:cNvPr id="6" name="/goal в Codex">
            <a:extLst xmlns:a="http://schemas.openxmlformats.org/drawingml/2006/main">
              <a:ext uri="{FF2B5EF4-FFF2-40B4-BE49-F238E27FC236}">
                <a16:creationId xmlns:a16="http://schemas.microsoft.com/office/drawing/2014/main" id="{02A91F7A-C094-43E0-812D-9E2D9E39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/goal в Codex</a:t>
            </a:r>
          </a:p>
        </p:txBody>
      </p:sp>
      <p:sp>
        <p:nvSpPr>
          <p:cNvPr id="7" name="Цель и критерий готовности.&#10;Продолжение работы в рамках цели.&#10;Бюд">
            <a:extLst xmlns:a="http://schemas.openxmlformats.org/drawingml/2006/main">
              <a:ext uri="{FF2B5EF4-FFF2-40B4-BE49-F238E27FC236}">
                <a16:creationId xmlns:a16="http://schemas.microsoft.com/office/drawing/2014/main" id="{7A35287A-152E-4FFD-9290-671E1AE8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90775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Цель и критерий готовности.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Работа продолжается в рамках цели.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Бюджет и границы действий.</a:t>
            </a:r>
          </a:p>
        </p:txBody>
      </p:sp>
      <p:sp>
        <p:nvSpPr>
          <p:cNvPr id="8" name="Ralph-подобный цикл">
            <a:extLst xmlns:a="http://schemas.openxmlformats.org/drawingml/2006/main">
              <a:ext uri="{FF2B5EF4-FFF2-40B4-BE49-F238E27FC236}">
                <a16:creationId xmlns:a16="http://schemas.microsoft.com/office/drawing/2014/main" id="{07799EA1-8DBF-4681-B7FB-C9467CC2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3467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1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Ralph-подобный цикл</a:t>
            </a:r>
          </a:p>
        </p:txBody>
      </p:sp>
      <p:sp>
        <p:nvSpPr>
          <p:cNvPr id="9" name="Цикл запускает итерацию.&#10;Агент читает задачу и прогресс.&#10;Проверка">
            <a:extLst xmlns:a="http://schemas.openxmlformats.org/drawingml/2006/main">
              <a:ext uri="{FF2B5EF4-FFF2-40B4-BE49-F238E27FC236}">
                <a16:creationId xmlns:a16="http://schemas.microsoft.com/office/drawing/2014/main" id="{1CB7C8AF-EAD0-4AB8-8FDA-139141D4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90775"/>
            <a:ext cx="3476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Цикл запускает итерацию.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Агент читает прогресс.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Проверка решает, идти ли дальше.</a:t>
            </a:r>
          </a:p>
        </p:txBody>
      </p:sp>
      <p:sp>
        <p:nvSpPr>
          <p:cNvPr id="10" name="Codex: goals">
            <a:extLst xmlns:a="http://schemas.openxmlformats.org/drawingml/2006/main">
              <a:ext uri="{FF2B5EF4-FFF2-40B4-BE49-F238E27FC236}">
                <a16:creationId xmlns:a16="http://schemas.microsoft.com/office/drawing/2014/main" id="{1A2DBC0D-3D0F-4A24-9EAF-77457C0B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767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5fe94986c8b04a29"/>
              </a:rPr>
              <a:t>Codex: goals</a:t>
            </a:r>
          </a:p>
        </p:txBody>
      </p:sp>
      <p:sp>
        <p:nvSpPr>
          <p:cNvPr id="11" name="Долгие задачи: harness">
            <a:extLst xmlns:a="http://schemas.openxmlformats.org/drawingml/2006/main">
              <a:ext uri="{FF2B5EF4-FFF2-40B4-BE49-F238E27FC236}">
                <a16:creationId xmlns:a16="http://schemas.microsoft.com/office/drawing/2014/main" id="{44A31CB5-F667-449F-A7CD-DDD372B9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767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975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000000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d18f4a39afd7425f"/>
              </a:rPr>
              <a:t>Долгие задачи: harness</a:t>
            </a:r>
          </a:p>
        </p:txBody>
      </p:sp>
      <p:sp>
        <p:nvSpPr>
          <p:cNvPr id="12" name="Цикл — программа; выбор следующего действия — модель. Конкретный ">
            <a:extLst xmlns:a="http://schemas.openxmlformats.org/drawingml/2006/main">
              <a:ext uri="{FF2B5EF4-FFF2-40B4-BE49-F238E27FC236}">
                <a16:creationId xmlns:a16="http://schemas.microsoft.com/office/drawing/2014/main" id="{FB539654-9EEA-4402-845B-1B61E1C6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Цикл — программа; выбор следующего действия — модель. Конкретный механизм продолжения зависит от реализации.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9CA16A-FBAC-4B84-BB70-BEC68087BB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d87a5b6b94cbf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53371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57">
            <a:extLst xmlns:a="http://schemas.openxmlformats.org/drawingml/2006/main">
              <a:ext uri="{FF2B5EF4-FFF2-40B4-BE49-F238E27FC236}">
                <a16:creationId xmlns:a16="http://schemas.microsoft.com/office/drawing/2014/main" id="{CD14D768-4642-45F5-BA76-C38B8755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55</a:t>
            </a:r>
          </a:p>
        </p:txBody>
      </p:sp>
      <p:sp>
        <p:nvSpPr>
          <p:cNvPr id="2" name="Пример: reviewer с контекстом проекта">
            <a:extLst xmlns:a="http://schemas.openxmlformats.org/drawingml/2006/main">
              <a:ext uri="{FF2B5EF4-FFF2-40B4-BE49-F238E27FC236}">
                <a16:creationId xmlns:a16="http://schemas.microsoft.com/office/drawing/2014/main" id="{32B66BE9-6A29-4FF9-B73C-30C176D3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Пример: reviewer с контекстом проекта</a:t>
            </a:r>
          </a:p>
        </p:txBody>
      </p:sp>
      <p:sp>
        <p:nvSpPr>
          <p:cNvPr id="3" name="В моём рабочем процессе reviewer полезен благодаря дополнительном">
            <a:extLst xmlns:a="http://schemas.openxmlformats.org/drawingml/2006/main">
              <a:ext uri="{FF2B5EF4-FFF2-40B4-BE49-F238E27FC236}">
                <a16:creationId xmlns:a16="http://schemas.microsoft.com/office/drawing/2014/main" id="{F3C87FC4-DE09-4F6D-95B2-ABEE730A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В моём рабочем процессе reviewer полезен благодаря дополнительному контексту, а не одной просьбе «проверь код».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4FA70E78-3A3E-4034-B9F4-BA5DCA35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5" name="Получить основания">
            <a:extLst xmlns:a="http://schemas.openxmlformats.org/drawingml/2006/main">
              <a:ext uri="{FF2B5EF4-FFF2-40B4-BE49-F238E27FC236}">
                <a16:creationId xmlns:a16="http://schemas.microsoft.com/office/drawing/2014/main" id="{E78B2442-6255-4F0D-AE91-7D4DEBE2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Получить основания</a:t>
            </a:r>
          </a:p>
        </p:txBody>
      </p:sp>
      <p:sp>
        <p:nvSpPr>
          <p:cNvPr id="6" name="Diff, задача, контракт и связанные вызовы.">
            <a:extLst xmlns:a="http://schemas.openxmlformats.org/drawingml/2006/main">
              <a:ext uri="{FF2B5EF4-FFF2-40B4-BE49-F238E27FC236}">
                <a16:creationId xmlns:a16="http://schemas.microsoft.com/office/drawing/2014/main" id="{07E6052D-D198-40B3-B3B9-FCEB6914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2514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Diff, задача, контракт и связанные вызовы.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E7BD2A94-EC13-4073-A2CC-D35B4BA9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8" name="Проверить гипотезу">
            <a:extLst xmlns:a="http://schemas.openxmlformats.org/drawingml/2006/main">
              <a:ext uri="{FF2B5EF4-FFF2-40B4-BE49-F238E27FC236}">
                <a16:creationId xmlns:a16="http://schemas.microsoft.com/office/drawing/2014/main" id="{A7245764-3D29-4A7B-8E33-F5B5BB9F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669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Проверить гипотезу</a:t>
            </a:r>
          </a:p>
        </p:txBody>
      </p:sp>
      <p:sp>
        <p:nvSpPr>
          <p:cNvPr id="9" name="Найти проблемный сценарий и подтвердить его кодом или тестом.">
            <a:extLst xmlns:a="http://schemas.openxmlformats.org/drawingml/2006/main">
              <a:ext uri="{FF2B5EF4-FFF2-40B4-BE49-F238E27FC236}">
                <a16:creationId xmlns:a16="http://schemas.microsoft.com/office/drawing/2014/main" id="{48DDAAB3-8254-4514-A5A5-65611EEC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67050"/>
            <a:ext cx="2514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Найти проблемный сценарий и подтвердить его кодом или тестом.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8D116849-0063-45E4-8072-BB634938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47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1" name="Вернуть замечание">
            <a:extLst xmlns:a="http://schemas.openxmlformats.org/drawingml/2006/main">
              <a:ext uri="{FF2B5EF4-FFF2-40B4-BE49-F238E27FC236}">
                <a16:creationId xmlns:a16="http://schemas.microsoft.com/office/drawing/2014/main" id="{4306B31F-DD19-4D99-9ABE-5DFD4D01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66950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Вернуть замечание</a:t>
            </a:r>
          </a:p>
        </p:txBody>
      </p:sp>
      <p:sp>
        <p:nvSpPr>
          <p:cNvPr id="12" name="Объяснить условие ошибки и последствие. Человек принимает решение">
            <a:extLst xmlns:a="http://schemas.openxmlformats.org/drawingml/2006/main">
              <a:ext uri="{FF2B5EF4-FFF2-40B4-BE49-F238E27FC236}">
                <a16:creationId xmlns:a16="http://schemas.microsoft.com/office/drawing/2014/main" id="{E42831D9-84D7-40D7-8DAF-4A91A408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67050"/>
            <a:ext cx="2514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35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Объяснить условие ошибки и последствие. Человек принимает решение.</a:t>
            </a:r>
          </a:p>
        </p:txBody>
      </p:sp>
      <p:sp>
        <p:nvSpPr>
          <p:cNvPr id="13" name="Личный опыт Влада. Самоуверенный текст reviewer не является доказ">
            <a:extLst xmlns:a="http://schemas.openxmlformats.org/drawingml/2006/main">
              <a:ext uri="{FF2B5EF4-FFF2-40B4-BE49-F238E27FC236}">
                <a16:creationId xmlns:a16="http://schemas.microsoft.com/office/drawing/2014/main" id="{D5112364-1C11-40AE-81D6-081C0724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Личный опыт Влада. Самоуверенный текст reviewer не является доказательством дефекта.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8E1C8B-F557-493F-A48E-261C0676B2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e1019f3d347f2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58">
            <a:extLst xmlns:a="http://schemas.openxmlformats.org/drawingml/2006/main">
              <a:ext uri="{FF2B5EF4-FFF2-40B4-BE49-F238E27FC236}">
                <a16:creationId xmlns:a16="http://schemas.microsoft.com/office/drawing/2014/main" id="{99DAC552-E9B5-4271-8AC8-DC78D94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56</a:t>
            </a:r>
          </a:p>
        </p:txBody>
      </p:sp>
      <p:sp>
        <p:nvSpPr>
          <p:cNvPr id="2" name="Есть вопросы?">
            <a:extLst xmlns:a="http://schemas.openxmlformats.org/drawingml/2006/main">
              <a:ext uri="{FF2B5EF4-FFF2-40B4-BE49-F238E27FC236}">
                <a16:creationId xmlns:a16="http://schemas.microsoft.com/office/drawing/2014/main" id="{25653EFF-655E-4B66-B06B-FBB2DC0A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62075"/>
            <a:ext cx="7924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315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315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Есть вопросы?</a:t>
            </a:r>
          </a:p>
        </p:txBody>
      </p:sp>
      <p:sp>
        <p:nvSpPr>
          <p:cNvPr id="3" name="Среда задаёт правила и обратную связь.&#10;Ответственность за приёмку">
            <a:extLst xmlns:a="http://schemas.openxmlformats.org/drawingml/2006/main">
              <a:ext uri="{FF2B5EF4-FFF2-40B4-BE49-F238E27FC236}">
                <a16:creationId xmlns:a16="http://schemas.microsoft.com/office/drawing/2014/main" id="{0E583FA9-DA92-409F-8CD6-37ADA204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95575"/>
            <a:ext cx="7791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Среда задаёт правила и обратную связь.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Ответственность за приёмку остаётся у нас.</a:t>
            </a:r>
          </a:p>
        </p:txBody>
      </p:sp>
      <p:sp>
        <p:nvSpPr>
          <p:cNvPr id="4" name="Дальше: соберём всё на коротком поручении про тесты.">
            <a:extLst xmlns:a="http://schemas.openxmlformats.org/drawingml/2006/main">
              <a:ext uri="{FF2B5EF4-FFF2-40B4-BE49-F238E27FC236}">
                <a16:creationId xmlns:a16="http://schemas.microsoft.com/office/drawing/2014/main" id="{C6FCB168-E001-4FF7-A3F6-4067E9E6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95725"/>
            <a:ext cx="7734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Дальше: соберём всё на коротком поручении про тесты.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A89A5-F7BB-47E8-8E2C-8DDFB827D0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617c7ea484b4f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59">
            <a:extLst xmlns:a="http://schemas.openxmlformats.org/drawingml/2006/main">
              <a:ext uri="{FF2B5EF4-FFF2-40B4-BE49-F238E27FC236}">
                <a16:creationId xmlns:a16="http://schemas.microsoft.com/office/drawing/2014/main" id="{5B080F1C-E2C9-42FF-AC9A-8DCB8B62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57</a:t>
            </a:r>
          </a:p>
        </p:txBody>
      </p:sp>
      <p:sp>
        <p:nvSpPr>
          <p:cNvPr id="2" name="За результат отвечаем мы">
            <a:extLst xmlns:a="http://schemas.openxmlformats.org/drawingml/2006/main">
              <a:ext uri="{FF2B5EF4-FFF2-40B4-BE49-F238E27FC236}">
                <a16:creationId xmlns:a16="http://schemas.microsoft.com/office/drawing/2014/main" id="{2BD02B5A-57BD-49D4-9D79-15C428CA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За результат отвечаем мы</a:t>
            </a:r>
          </a:p>
        </p:txBody>
      </p:sp>
      <p:sp>
        <p:nvSpPr>
          <p:cNvPr id="3" name="AI-агент — инструмент. Люди выбирают цель и принимают решение о в">
            <a:extLst xmlns:a="http://schemas.openxmlformats.org/drawingml/2006/main">
              <a:ext uri="{FF2B5EF4-FFF2-40B4-BE49-F238E27FC236}">
                <a16:creationId xmlns:a16="http://schemas.microsoft.com/office/drawing/2014/main" id="{4ADC5408-FC70-4892-AFF5-B2A183B2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5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AI-агент — инструмент. Люди выбирают цель и принимают решение о выпуске.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8728CE0F-A9E4-4EC2-B556-A24CCF4C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5" name="Что разрабатывать">
            <a:extLst xmlns:a="http://schemas.openxmlformats.org/drawingml/2006/main">
              <a:ext uri="{FF2B5EF4-FFF2-40B4-BE49-F238E27FC236}">
                <a16:creationId xmlns:a16="http://schemas.microsoft.com/office/drawing/2014/main" id="{F183DCED-45B0-486B-861E-A867E6BA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38275"/>
            <a:ext cx="710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Что разрабатывать</a:t>
            </a:r>
          </a:p>
        </p:txBody>
      </p:sp>
      <p:sp>
        <p:nvSpPr>
          <p:cNvPr id="6" name="Выбираем нужную фичу и требования. Агент помогает исследовать и р">
            <a:extLst xmlns:a="http://schemas.openxmlformats.org/drawingml/2006/main">
              <a:ext uri="{FF2B5EF4-FFF2-40B4-BE49-F238E27FC236}">
                <a16:creationId xmlns:a16="http://schemas.microsoft.com/office/drawing/2014/main" id="{391E39BF-E45B-4EE1-A615-3E45702C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0225"/>
            <a:ext cx="710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Выбираем нужную фичу и требования. Агент помогает исследовать и реализовать решение.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2A7DC770-22CE-447C-A83D-AB1A4AB2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7425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8" name="Когда остановиться">
            <a:extLst xmlns:a="http://schemas.openxmlformats.org/drawingml/2006/main">
              <a:ext uri="{FF2B5EF4-FFF2-40B4-BE49-F238E27FC236}">
                <a16:creationId xmlns:a16="http://schemas.microsoft.com/office/drawing/2014/main" id="{4707A59B-D72D-45CF-98F5-6B89B4A2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57425"/>
            <a:ext cx="710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Когда остановиться</a:t>
            </a:r>
          </a:p>
        </p:txBody>
      </p:sp>
      <p:sp>
        <p:nvSpPr>
          <p:cNvPr id="9" name="Задаём критерии готовности и прекращаем бесконечное „сделай ещё л">
            <a:extLst xmlns:a="http://schemas.openxmlformats.org/drawingml/2006/main">
              <a:ext uri="{FF2B5EF4-FFF2-40B4-BE49-F238E27FC236}">
                <a16:creationId xmlns:a16="http://schemas.microsoft.com/office/drawing/2014/main" id="{D95BD3AA-92CB-48B9-B3D1-40C778FF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19375"/>
            <a:ext cx="710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Задаём критерии готовности и прекращаем бесконечное „сделай ещё лучше“.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C0F2C76B-CE04-486E-A627-4D6252F8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76575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1" name="Что выпускать">
            <a:extLst xmlns:a="http://schemas.openxmlformats.org/drawingml/2006/main">
              <a:ext uri="{FF2B5EF4-FFF2-40B4-BE49-F238E27FC236}">
                <a16:creationId xmlns:a16="http://schemas.microsoft.com/office/drawing/2014/main" id="{8D578B57-99D0-4915-AC35-32D613BB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76575"/>
            <a:ext cx="710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Что выпускать</a:t>
            </a:r>
          </a:p>
        </p:txBody>
      </p:sp>
      <p:sp>
        <p:nvSpPr>
          <p:cNvPr id="12" name="Оцениваем архитектуру, проверяем поведение и риски. Решение о гот">
            <a:extLst xmlns:a="http://schemas.openxmlformats.org/drawingml/2006/main">
              <a:ext uri="{FF2B5EF4-FFF2-40B4-BE49-F238E27FC236}">
                <a16:creationId xmlns:a16="http://schemas.microsoft.com/office/drawing/2014/main" id="{B41F5F7B-FC3F-46D8-B0FE-583BFF0E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38525"/>
            <a:ext cx="710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Оцениваем архитектуру, проверяем поведение и риски. Решение о готовности принимаем по доказательствам.</a:t>
            </a:r>
          </a:p>
        </p:txBody>
      </p:sp>
      <p:sp>
        <p:nvSpPr>
          <p:cNvPr id="13" name="Исполнение можно делегировать. Приёмка и ответственность остаются">
            <a:extLst xmlns:a="http://schemas.openxmlformats.org/drawingml/2006/main">
              <a:ext uri="{FF2B5EF4-FFF2-40B4-BE49-F238E27FC236}">
                <a16:creationId xmlns:a16="http://schemas.microsoft.com/office/drawing/2014/main" id="{35DF497D-83D9-42BD-AB73-2ACD72B3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71925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Исполнение можно делегировать. Приёмка и ответственность остаются у людей.</a:t>
            </a:r>
          </a:p>
        </p:txBody>
      </p:sp>
      <p:sp>
        <p:nvSpPr>
          <p:cNvPr id="14" name="Ошибка беспилотника может навредить людям. Проверка должна соотве">
            <a:extLst xmlns:a="http://schemas.openxmlformats.org/drawingml/2006/main">
              <a:ext uri="{FF2B5EF4-FFF2-40B4-BE49-F238E27FC236}">
                <a16:creationId xmlns:a16="http://schemas.microsoft.com/office/drawing/2014/main" id="{0A985BB8-B1E1-4C5B-BF51-0DFD3149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Ошибка беспилотника может навредить людям. Проверка должна соответствовать цене ошибки.</a:t>
            </a:r>
          </a:p>
        </p:txBody>
      </p:sp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60">
            <a:extLst xmlns:a="http://schemas.openxmlformats.org/drawingml/2006/main">
              <a:ext uri="{FF2B5EF4-FFF2-40B4-BE49-F238E27FC236}">
                <a16:creationId xmlns:a16="http://schemas.microsoft.com/office/drawing/2014/main" id="{7A975DCC-9E41-4EA7-B5C3-3CA8EAA4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58</a:t>
            </a:r>
          </a:p>
        </p:txBody>
      </p:sp>
      <p:sp>
        <p:nvSpPr>
          <p:cNvPr id="2" name="AI — рычаг для ваших навыков">
            <a:extLst xmlns:a="http://schemas.openxmlformats.org/drawingml/2006/main">
              <a:ext uri="{FF2B5EF4-FFF2-40B4-BE49-F238E27FC236}">
                <a16:creationId xmlns:a16="http://schemas.microsoft.com/office/drawing/2014/main" id="{BFD8360A-1947-4A6C-B31A-6A35E1B8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AI — рычаг для ваших навыков</a:t>
            </a:r>
          </a:p>
        </p:txBody>
      </p:sp>
      <p:sp>
        <p:nvSpPr>
          <p:cNvPr id="3" name="Мы продолжаем управлять процессом на более высоком уровне: через ">
            <a:extLst xmlns:a="http://schemas.openxmlformats.org/drawingml/2006/main">
              <a:ext uri="{FF2B5EF4-FFF2-40B4-BE49-F238E27FC236}">
                <a16:creationId xmlns:a16="http://schemas.microsoft.com/office/drawing/2014/main" id="{7F7F15AF-0392-425C-9087-4D9B95F1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785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Мы продолжаем управлять процессом на более высоком уровне: через цели, вопросы, контекст и проверку.</a:t>
            </a:r>
          </a:p>
        </p:txBody>
      </p:sp>
      <p:sp>
        <p:nvSpPr>
          <p:cNvPr id="4" name="1">
            <a:extLst xmlns:a="http://schemas.openxmlformats.org/drawingml/2006/main">
              <a:ext uri="{FF2B5EF4-FFF2-40B4-BE49-F238E27FC236}">
                <a16:creationId xmlns:a16="http://schemas.microsoft.com/office/drawing/2014/main" id="{74DC51EB-F5D8-4BA0-BE7E-A2B7F14E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5" name="Поставить задачу">
            <a:extLst xmlns:a="http://schemas.openxmlformats.org/drawingml/2006/main">
              <a:ext uri="{FF2B5EF4-FFF2-40B4-BE49-F238E27FC236}">
                <a16:creationId xmlns:a16="http://schemas.microsoft.com/office/drawing/2014/main" id="{7A19A641-5BE6-4216-BC7D-1A9443A9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38275"/>
            <a:ext cx="710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Поставить задачу</a:t>
            </a:r>
          </a:p>
        </p:txBody>
      </p:sp>
      <p:sp>
        <p:nvSpPr>
          <p:cNvPr id="6" name="Выбрать цель и критерий результата. Задать вопрос, который выявит">
            <a:extLst xmlns:a="http://schemas.openxmlformats.org/drawingml/2006/main">
              <a:ext uri="{FF2B5EF4-FFF2-40B4-BE49-F238E27FC236}">
                <a16:creationId xmlns:a16="http://schemas.microsoft.com/office/drawing/2014/main" id="{5A840CD6-5822-43D5-AF77-EB82F4A1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0225"/>
            <a:ext cx="710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Выбрать цель и критерий результата. Задать вопрос, который выявит неверное допущение.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3810B602-5290-4D3D-AB4A-DDCDCB11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7425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8" name="Организовать команду агентов">
            <a:extLst xmlns:a="http://schemas.openxmlformats.org/drawingml/2006/main">
              <a:ext uri="{FF2B5EF4-FFF2-40B4-BE49-F238E27FC236}">
                <a16:creationId xmlns:a16="http://schemas.microsoft.com/office/drawing/2014/main" id="{409ED465-72B3-4B50-9D6A-DFAB7BD0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57425"/>
            <a:ext cx="710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Организовать команду агентов</a:t>
            </a:r>
          </a:p>
        </p:txBody>
      </p:sp>
      <p:sp>
        <p:nvSpPr>
          <p:cNvPr id="9" name="Дать нужный контекст, разделить работу и проверить, как части скл">
            <a:extLst xmlns:a="http://schemas.openxmlformats.org/drawingml/2006/main">
              <a:ext uri="{FF2B5EF4-FFF2-40B4-BE49-F238E27FC236}">
                <a16:creationId xmlns:a16="http://schemas.microsoft.com/office/drawing/2014/main" id="{089A0813-F747-4E2D-9B70-9B6FD89C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19375"/>
            <a:ext cx="710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Дать нужный контекст, разделить работу и проверить, как части складываются в систему.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C2B11C86-AD95-4230-9700-9E947B6B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76575"/>
            <a:ext cx="409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800" b="0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800" b="0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1" name="Принять результат">
            <a:extLst xmlns:a="http://schemas.openxmlformats.org/drawingml/2006/main">
              <a:ext uri="{FF2B5EF4-FFF2-40B4-BE49-F238E27FC236}">
                <a16:creationId xmlns:a16="http://schemas.microsoft.com/office/drawing/2014/main" id="{617A962D-3B52-4917-8AD3-63C26C78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76575"/>
            <a:ext cx="7105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8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Принять результат</a:t>
            </a:r>
          </a:p>
        </p:txBody>
      </p:sp>
      <p:sp>
        <p:nvSpPr>
          <p:cNvPr id="12" name="Оценить архитектуру и последствия. Решить, когда результат достат">
            <a:extLst xmlns:a="http://schemas.openxmlformats.org/drawingml/2006/main">
              <a:ext uri="{FF2B5EF4-FFF2-40B4-BE49-F238E27FC236}">
                <a16:creationId xmlns:a16="http://schemas.microsoft.com/office/drawing/2014/main" id="{2F439E25-C4E1-4BA2-8EFF-ED91424B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38525"/>
            <a:ext cx="710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275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Оценить архитектуру и последствия. Решить, когда результат достаточно хорош и пора остановиться.</a:t>
            </a:r>
          </a:p>
        </p:txBody>
      </p:sp>
      <p:sp>
        <p:nvSpPr>
          <p:cNvPr id="13" name="Умение руководить работой превращает агентов в вашу команду.">
            <a:extLst xmlns:a="http://schemas.openxmlformats.org/drawingml/2006/main">
              <a:ext uri="{FF2B5EF4-FFF2-40B4-BE49-F238E27FC236}">
                <a16:creationId xmlns:a16="http://schemas.microsoft.com/office/drawing/2014/main" id="{A5A818CC-DE06-4FCF-8901-36A29EB7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71925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1500" b="1">
                <a:solidFill>
                  <a:srgbClr val="965EEB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965EEB"/>
                </a:solidFill>
                <a:latin typeface="Manrope"/>
                <a:ea typeface="Manrope"/>
                <a:cs typeface="Manrope"/>
              </a:rPr>
              <a:t>Умение руководить работой превращает агентов в вашу команду.</a:t>
            </a:r>
          </a:p>
        </p:txBody>
      </p:sp>
      <p:sp>
        <p:nvSpPr>
          <p:cNvPr id="14" name="Начинающему AI тоже помогает учиться. Без понимания результата ле">
            <a:extLst xmlns:a="http://schemas.openxmlformats.org/drawingml/2006/main">
              <a:ext uri="{FF2B5EF4-FFF2-40B4-BE49-F238E27FC236}">
                <a16:creationId xmlns:a16="http://schemas.microsoft.com/office/drawing/2014/main" id="{8609624C-6DDA-4974-848F-D05AD223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Начинающему AI тоже помогает учиться. Без понимания результата легко масштабировать ошибки.</a:t>
            </a:r>
          </a:p>
        </p:txBody>
      </p:sp>
    </p:spTree>
    <p:extLst>
      <p:ext uri="{BB962C8B-B14F-4D97-AF65-F5344CB8AC3E}">
        <p14:creationId xmlns:p14="http://schemas.microsoft.com/office/powerpoint/2010/main" val="138898608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61">
            <a:extLst xmlns:a="http://schemas.openxmlformats.org/drawingml/2006/main">
              <a:ext uri="{FF2B5EF4-FFF2-40B4-BE49-F238E27FC236}">
                <a16:creationId xmlns:a16="http://schemas.microsoft.com/office/drawing/2014/main" id="{592F2D58-4956-4ED5-A2A0-64ED3EA7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59</a:t>
            </a:r>
          </a:p>
        </p:txBody>
      </p:sp>
      <p:sp>
        <p:nvSpPr>
          <p:cNvPr id="2" name="Что посмотреть и почитать дальше">
            <a:extLst xmlns:a="http://schemas.openxmlformats.org/drawingml/2006/main">
              <a:ext uri="{FF2B5EF4-FFF2-40B4-BE49-F238E27FC236}">
                <a16:creationId xmlns:a16="http://schemas.microsoft.com/office/drawing/2014/main" id="{02B430A7-886B-424B-BAFF-D7CB691F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Что посмотреть и почитать дальше</a:t>
            </a:r>
          </a:p>
        </p:txBody>
      </p:sp>
    </p:spTree>
    <p:extLst>
      <p:ext uri="{BB962C8B-B14F-4D97-AF65-F5344CB8AC3E}">
        <p14:creationId xmlns:p14="http://schemas.microsoft.com/office/powerpoint/2010/main" val="1253053371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62">
            <a:extLst xmlns:a="http://schemas.openxmlformats.org/drawingml/2006/main">
              <a:ext uri="{FF2B5EF4-FFF2-40B4-BE49-F238E27FC236}">
                <a16:creationId xmlns:a16="http://schemas.microsoft.com/office/drawing/2014/main" id="{F2263450-9536-439C-9EE9-0F96EEA2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81550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7000"/>
              </a:lnSpc>
              <a:buNone/>
              <a:defRPr sz="800" b="0">
                <a:solidFill>
                  <a:srgbClr val="757575"/>
                </a:solidFill>
                <a:latin typeface="Manrope"/>
                <a:ea typeface="Manrope"/>
                <a:cs typeface="Manrope"/>
              </a:defRPr>
            </a:pPr>
            <a:r>
              <a:rPr sz="800" b="0">
                <a:solidFill>
                  <a:srgbClr val="757575"/>
                </a:solidFill>
                <a:latin typeface="Manrope"/>
                <a:ea typeface="Manrope"/>
                <a:cs typeface="Manrope"/>
              </a:rPr>
              <a:t>60</a:t>
            </a:r>
          </a:p>
        </p:txBody>
      </p:sp>
      <p:sp>
        <p:nvSpPr>
          <p:cNvPr id="2" name="Среда для агента и проверка результата">
            <a:extLst xmlns:a="http://schemas.openxmlformats.org/drawingml/2006/main">
              <a:ext uri="{FF2B5EF4-FFF2-40B4-BE49-F238E27FC236}">
                <a16:creationId xmlns:a16="http://schemas.microsoft.com/office/drawing/2014/main" id="{F230610A-06C7-4244-9AB4-4C618612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"/>
            <a:ext cx="842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400" b="1">
                <a:solidFill>
                  <a:srgbClr val="000000"/>
                </a:solidFill>
                <a:latin typeface="Manrope"/>
                <a:ea typeface="Manrope"/>
                <a:cs typeface="Manrope"/>
              </a:defRPr>
            </a:pPr>
            <a:r>
              <a:rPr sz="2400" b="1">
                <a:solidFill>
                  <a:srgbClr val="000000"/>
                </a:solidFill>
                <a:latin typeface="Manrope"/>
                <a:ea typeface="Manrope"/>
                <a:cs typeface="Manrope"/>
              </a:rPr>
              <a:t>Среда для агента и проверка результата</a:t>
            </a:r>
          </a:p>
        </p:txBody>
      </p:sp>
      <p:sp>
        <p:nvSpPr>
          <p:cNvPr id="3" name="Мы создаём среду для агента и проверяем адекватность того, что он">
            <a:extLst xmlns:a="http://schemas.openxmlformats.org/drawingml/2006/main">
              <a:ext uri="{FF2B5EF4-FFF2-40B4-BE49-F238E27FC236}">
                <a16:creationId xmlns:a16="http://schemas.microsoft.com/office/drawing/2014/main" id="{AF1FC55C-47D7-45DC-9599-756CA4C5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810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00" b="0">
                <a:solidFill>
                  <a:srgbClr val="454545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454545"/>
                </a:solidFill>
                <a:latin typeface="Manrope"/>
                <a:ea typeface="Manrope"/>
                <a:cs typeface="Manrope"/>
              </a:rPr>
              <a:t>Мы создаём среду для агента и проверяем адекватность того, что он выдаёт.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583D8-904C-4E69-8B65-F49895035DC6}"/>
              </a:ext>
            </a:extLst>
          </p:cNvPr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78105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905125"/>
                <a:gridCol w="2905125"/>
              </a:tblGrid>
              <a:tr h="361950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Что нужно</a:t>
                      </a:r>
                    </a:p>
                  </a:txBody>
                  <a:tcPr marL="91440" marR="91440" marT="45720" marB="45720">
                    <a:solidFill>
                      <a:srgbClr val="DFCEF3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Чем обеспечиваем</a:t>
                      </a:r>
                    </a:p>
                  </a:txBody>
                  <a:tcPr marL="91440" marR="91440" marT="45720" marB="45720">
                    <a:solidFill>
                      <a:srgbClr val="DFCEF3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Как проверяем</a:t>
                      </a:r>
                    </a:p>
                  </a:txBody>
                  <a:tcPr marL="91440" marR="91440" marT="45720" marB="45720">
                    <a:solidFill>
                      <a:srgbClr val="DFCEF3"/>
                    </a:solidFill>
                  </a:tcPr>
                </a:tc>
              </a:tr>
              <a:tr h="480060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Понимать проект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Контекст, правила, память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Нужный источник найден и применён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Знать способ работы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Skills и примеры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Процедура подходит задаче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Действовать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CLI, SDK и MCP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Получен реальный результат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Вести сложное поручение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Чаты, субагенты, worktree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Понятны границы и прогресс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80060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Принять изменение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Тесты, hooks и 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Manrope"/>
                          <a:ea typeface="Manrope"/>
                          <a:cs typeface="Manrope"/>
                        </a:rPr>
                        <a:t>Выполнено исходное требование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Вопросы? На практике применим эти принципы в OpenCode.">
            <a:extLst xmlns:a="http://schemas.openxmlformats.org/drawingml/2006/main">
              <a:ext uri="{FF2B5EF4-FFF2-40B4-BE49-F238E27FC236}">
                <a16:creationId xmlns:a16="http://schemas.microsoft.com/office/drawing/2014/main" id="{FD78A23E-8727-45D8-8AD6-84C7C6E1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7543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63" b="0">
                <a:solidFill>
                  <a:srgbClr val="686868"/>
                </a:solidFill>
                <a:latin typeface="Manrope"/>
                <a:ea typeface="Manrope"/>
                <a:cs typeface="Manrope"/>
              </a:defRPr>
            </a:pPr>
            <a:r>
              <a:rPr sz="863" b="0">
                <a:solidFill>
                  <a:srgbClr val="686868"/>
                </a:solidFill>
                <a:latin typeface="Manrope"/>
                <a:ea typeface="Manrope"/>
                <a:cs typeface="Manrope"/>
              </a:rPr>
              <a:t>Вопросы? На практике применим эти принципы в OpenCode.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18417-1FB9-42C9-B0AE-91C0F53B5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efbe8cb37406a"/>
          <a:stretch xmlns:a="http://schemas.openxmlformats.org/drawingml/2006/main"/>
        </p:blipFill>
        <p:spPr>
          <a:xfrm xmlns:a="http://schemas.openxmlformats.org/drawingml/2006/main">
            <a:off x="309696" y="4774502"/>
            <a:ext cx="905656" cy="1312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8608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2026-09-30T21:43:32.1110000Z</dcterms:created>
  <dcterms:modified xsi:type="dcterms:W3CDTF">2026-09-30T21:43:32.1110000Z</dcterms:modified>
</coreProperties>
</file>