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Практика 1. Контекст до кода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AI-помощник ревьюера PR.</a:t>
            </a:r>
          </a:p>
          <a:p>
            <a:r>
              <a:t>Context Pack, master prompt и два запуска на TRAINING_PR.diff.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сдаём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11 артефактов: context, problem, analysis, PM, PJM, ADR, 4 уровня тестов, prompts.</a:t>
            </a:r>
          </a:p>
          <a:p>
            <a:r>
              <a:t>Master Prompt v1 и два запуска: P1-01 (zero-shot) и P1-02 (master prompt).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