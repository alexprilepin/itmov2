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Практика 2. Шесть техник промптинга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Улучшаем слабый артефакт Практики 1 — Context Pack.</a:t>
            </a:r>
          </a:p>
          <a:p>
            <a:r>
              <a:t>Six experiments: Few-shot, RCTF, CoV, ToT, RAG, ReAct.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сдаём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prompts.md + 6 experiment.md, каждый меняет конкретный файл Практики 1.</a:t>
            </a:r>
          </a:p>
          <a:p>
            <a:r>
              <a:t>Каждая техника даёт различимый эффект: примеры, формат запроса, отсев неподтверждённого, обоснование выбора, ссылки на источники, наблюдаемые шаги.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